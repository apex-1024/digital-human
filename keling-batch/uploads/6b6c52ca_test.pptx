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11"/>
  </p:notesMasterIdLst>
  <p:handoutMasterIdLst>
    <p:handoutMasterId r:id="rId12"/>
  </p:handoutMasterIdLst>
  <p:sldIdLst>
    <p:sldId id="390" r:id="rId2"/>
    <p:sldId id="391" r:id="rId3"/>
    <p:sldId id="393" r:id="rId4"/>
    <p:sldId id="394" r:id="rId5"/>
    <p:sldId id="395" r:id="rId6"/>
    <p:sldId id="396" r:id="rId7"/>
    <p:sldId id="397" r:id="rId8"/>
    <p:sldId id="398" r:id="rId9"/>
    <p:sldId id="399" r:id="rId10"/>
  </p:sldIdLst>
  <p:sldSz cx="12192000" cy="6858000"/>
  <p:notesSz cx="6858000" cy="9144000"/>
  <p:custDataLst>
    <p:tags r:id="rId13"/>
  </p:custDataLst>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HNJK GZ" initials="HG" lastIdx="1" clrIdx="0"/>
</p:cmAuthorLst>
</file>

<file path=ppt/presProps.xml><?xml version="1.0" encoding="utf-8"?>
<p:presentationPr xmlns:a="http://schemas.openxmlformats.org/drawingml/2006/main" xmlns:r="http://schemas.openxmlformats.org/officeDocument/2006/relationships" xmlns:p="http://schemas.openxmlformats.org/presentationml/2006/main">
  <p:clrMru>
    <a:srgbClr val="0157A8"/>
    <a:srgbClr val="2B84CD"/>
    <a:srgbClr val="EBB044"/>
    <a:srgbClr val="80CAFF"/>
    <a:srgbClr val="3176B6"/>
    <a:srgbClr val="3333CC"/>
    <a:srgbClr val="F2F2F2"/>
    <a:srgbClr val="0B66C9"/>
    <a:srgbClr val="032645"/>
    <a:srgbClr val="001B3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2584" autoAdjust="0"/>
    <p:restoredTop sz="74289" autoAdjust="0"/>
  </p:normalViewPr>
  <p:slideViewPr>
    <p:cSldViewPr snapToGrid="0" snapToObjects="1">
      <p:cViewPr varScale="1">
        <p:scale>
          <a:sx n="53" d="100"/>
          <a:sy n="53" d="100"/>
        </p:scale>
        <p:origin x="1232" y="36"/>
      </p:cViewPr>
      <p:guideLst>
        <p:guide orient="horz" pos="2160"/>
        <p:guide pos="3840"/>
      </p:guideLst>
    </p:cSldViewPr>
  </p:slideViewPr>
  <p:outlineViewPr>
    <p:cViewPr>
      <p:scale>
        <a:sx n="25" d="100"/>
        <a:sy n="25" d="100"/>
      </p:scale>
      <p:origin x="0" y="-610"/>
    </p:cViewPr>
  </p:outlineViewPr>
  <p:notesTextViewPr>
    <p:cViewPr>
      <p:scale>
        <a:sx n="1" d="1"/>
        <a:sy n="1" d="1"/>
      </p:scale>
      <p:origin x="0" y="0"/>
    </p:cViewPr>
  </p:notesTextViewPr>
  <p:sorterViewPr>
    <p:cViewPr>
      <p:scale>
        <a:sx n="120" d="100"/>
        <a:sy n="120" d="100"/>
      </p:scale>
      <p:origin x="0" y="0"/>
    </p:cViewPr>
  </p:sorterViewPr>
  <p:notesViewPr>
    <p:cSldViewPr snapToGrid="0" snapToObjects="1">
      <p:cViewPr varScale="1">
        <p:scale>
          <a:sx n="85" d="100"/>
          <a:sy n="85" d="100"/>
        </p:scale>
        <p:origin x="3132" y="10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gs" Target="tags/tag1.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handoutMaster" Target="handoutMasters/handoutMaster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commentAuthors" Target="commentAuthor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58B343E1-7C5F-4B28-B938-763A8B657658}" type="datetimeFigureOut">
              <a:rPr lang="zh-CN" altLang="en-US" smtClean="0"/>
              <a:t>2026/6/25</a:t>
            </a:fld>
            <a:endParaRPr lang="zh-CN" altLang="en-US"/>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80F7975-46AF-449D-BA01-2065BF292D6C}" type="slidenum">
              <a:rPr lang="zh-CN" altLang="en-US" smtClean="0"/>
              <a:t>‹#›</a:t>
            </a:fld>
            <a:endParaRPr lang="zh-CN"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1DCF912-D16B-4D62-9FCB-4B859A060116}" type="datetimeFigureOut">
              <a:rPr lang="zh-CN" altLang="en-US" smtClean="0"/>
              <a:t>2026/6/25</a:t>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311A219-AFB3-4262-B118-BD901D2AE21C}" type="slidenum">
              <a:rPr lang="zh-CN" altLang="en-US" smtClean="0"/>
              <a:t>‹#›</a:t>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教学：黑板上演示函数如何出来的。</a:t>
            </a:r>
          </a:p>
        </p:txBody>
      </p:sp>
      <p:sp>
        <p:nvSpPr>
          <p:cNvPr id="4" name="灯片编号占位符 3"/>
          <p:cNvSpPr>
            <a:spLocks noGrp="1"/>
          </p:cNvSpPr>
          <p:nvPr>
            <p:ph type="sldNum" sz="quarter" idx="5"/>
          </p:nvPr>
        </p:nvSpPr>
        <p:spPr/>
        <p:txBody>
          <a:bodyPr/>
          <a:lstStyle/>
          <a:p>
            <a:fld id="{A311A219-AFB3-4262-B118-BD901D2AE21C}" type="slidenum">
              <a:rPr lang="zh-CN" altLang="en-US" smtClean="0"/>
              <a:t>5</a:t>
            </a:fld>
            <a:endParaRPr lang="zh-CN" alt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教学：直接求导数，推导公式。</a:t>
            </a:r>
          </a:p>
        </p:txBody>
      </p:sp>
      <p:sp>
        <p:nvSpPr>
          <p:cNvPr id="4" name="灯片编号占位符 3"/>
          <p:cNvSpPr>
            <a:spLocks noGrp="1"/>
          </p:cNvSpPr>
          <p:nvPr>
            <p:ph type="sldNum" sz="quarter" idx="5"/>
          </p:nvPr>
        </p:nvSpPr>
        <p:spPr/>
        <p:txBody>
          <a:bodyPr/>
          <a:lstStyle/>
          <a:p>
            <a:fld id="{A311A219-AFB3-4262-B118-BD901D2AE21C}" type="slidenum">
              <a:rPr lang="zh-CN" altLang="en-US" smtClean="0"/>
              <a:t>7</a:t>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2.png"/><Relationship Id="rId7" Type="http://schemas.openxmlformats.org/officeDocument/2006/relationships/image" Target="../media/image6.png"/><Relationship Id="rId2" Type="http://schemas.openxmlformats.org/officeDocument/2006/relationships/image" Target="../media/image1.jpeg"/><Relationship Id="rId1" Type="http://schemas.openxmlformats.org/officeDocument/2006/relationships/slideMaster" Target="../slideMasters/slideMaster1.xml"/><Relationship Id="rId6" Type="http://schemas.openxmlformats.org/officeDocument/2006/relationships/image" Target="../media/image5.png"/><Relationship Id="rId5" Type="http://schemas.openxmlformats.org/officeDocument/2006/relationships/image" Target="../media/image4.png"/><Relationship Id="rId4" Type="http://schemas.openxmlformats.org/officeDocument/2006/relationships/image" Target="../media/image3.png"/></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首页">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14" name="Object 11"/>
              <p:cNvSpPr txBox="1"/>
              <p:nvPr userDrawn="1"/>
            </p:nvSpPr>
            <p:spPr bwMode="auto">
              <a:xfrm>
                <a:off x="8470142" y="5699957"/>
                <a:ext cx="3219631" cy="873124"/>
              </a:xfrm>
              <a:prstGeom prst="rect">
                <a:avLst/>
              </a:prstGeom>
              <a:noFill/>
              <a:ln>
                <a:noFill/>
              </a:ln>
              <a:effectLst/>
            </p:spPr>
            <p:txBody>
              <a:bodyPr>
                <a:normAutofit/>
              </a:bodyPr>
              <a:lstStyle/>
              <a:p>
                <a:pPr/>
                <a14:m>
                  <m:oMathPara xmlns:m="http://schemas.openxmlformats.org/officeDocument/2006/math">
                    <m:oMathParaPr>
                      <m:jc m:val="left"/>
                    </m:oMathParaPr>
                    <m:oMath xmlns:m="http://schemas.openxmlformats.org/officeDocument/2006/math">
                      <m:r>
                        <a:rPr lang="zh-CN" altLang="en-US" sz="2000" i="1" smtClean="0">
                          <a:solidFill>
                            <a:schemeClr val="bg1">
                              <a:lumMod val="95000"/>
                            </a:schemeClr>
                          </a:solidFill>
                          <a:latin typeface="Cambria Math" panose="02040503050406030204" pitchFamily="18" charset="0"/>
                        </a:rPr>
                        <m:t>  </m:t>
                      </m:r>
                      <m:nary>
                        <m:naryPr>
                          <m:ctrlPr>
                            <a:rPr lang="zh-CN" altLang="en-US" sz="2000" b="1" i="1">
                              <a:solidFill>
                                <a:schemeClr val="bg1">
                                  <a:lumMod val="95000"/>
                                </a:schemeClr>
                              </a:solidFill>
                              <a:latin typeface="Cambria Math" panose="02040503050406030204" pitchFamily="18" charset="0"/>
                            </a:rPr>
                          </m:ctrlPr>
                        </m:naryPr>
                        <m:sub>
                          <m:r>
                            <a:rPr lang="zh-CN" altLang="en-US" sz="2000" b="1" i="1">
                              <a:solidFill>
                                <a:schemeClr val="bg1">
                                  <a:lumMod val="95000"/>
                                </a:schemeClr>
                              </a:solidFill>
                              <a:latin typeface="Cambria Math" panose="02040503050406030204" pitchFamily="18" charset="0"/>
                            </a:rPr>
                            <m:t>𝒂</m:t>
                          </m:r>
                        </m:sub>
                        <m:sup>
                          <m:r>
                            <a:rPr lang="zh-CN" altLang="en-US" sz="2000" b="1" i="1">
                              <a:solidFill>
                                <a:schemeClr val="bg1">
                                  <a:lumMod val="95000"/>
                                </a:schemeClr>
                              </a:solidFill>
                              <a:latin typeface="Cambria Math" panose="02040503050406030204" pitchFamily="18" charset="0"/>
                            </a:rPr>
                            <m:t>𝒃</m:t>
                          </m:r>
                        </m:sup>
                        <m:e>
                          <m:r>
                            <a:rPr lang="zh-CN" altLang="en-US" sz="2000" b="1" i="1">
                              <a:solidFill>
                                <a:schemeClr val="bg1">
                                  <a:lumMod val="95000"/>
                                </a:schemeClr>
                              </a:solidFill>
                              <a:latin typeface="Cambria Math" panose="02040503050406030204" pitchFamily="18" charset="0"/>
                            </a:rPr>
                            <m:t>𝒇</m:t>
                          </m:r>
                          <m:r>
                            <a:rPr lang="zh-CN" altLang="en-US" sz="2000" b="1" i="1">
                              <a:solidFill>
                                <a:schemeClr val="bg1">
                                  <a:lumMod val="95000"/>
                                </a:schemeClr>
                              </a:solidFill>
                              <a:latin typeface="Cambria Math" panose="02040503050406030204" pitchFamily="18" charset="0"/>
                            </a:rPr>
                            <m:t>(</m:t>
                          </m:r>
                          <m:r>
                            <a:rPr lang="zh-CN" altLang="en-US" sz="2000" b="1" i="1">
                              <a:solidFill>
                                <a:schemeClr val="bg1">
                                  <a:lumMod val="95000"/>
                                </a:schemeClr>
                              </a:solidFill>
                              <a:latin typeface="Cambria Math" panose="02040503050406030204" pitchFamily="18" charset="0"/>
                            </a:rPr>
                            <m:t>𝒙</m:t>
                          </m:r>
                          <m:r>
                            <a:rPr lang="zh-CN" altLang="en-US" sz="2000" b="1" i="1">
                              <a:solidFill>
                                <a:schemeClr val="bg1">
                                  <a:lumMod val="95000"/>
                                </a:schemeClr>
                              </a:solidFill>
                              <a:latin typeface="Cambria Math" panose="02040503050406030204" pitchFamily="18" charset="0"/>
                            </a:rPr>
                            <m:t>)</m:t>
                          </m:r>
                        </m:e>
                      </m:nary>
                      <m:r>
                        <a:rPr lang="zh-CN" altLang="en-US" sz="2000" b="1" i="1">
                          <a:solidFill>
                            <a:schemeClr val="bg1">
                              <a:lumMod val="95000"/>
                            </a:schemeClr>
                          </a:solidFill>
                          <a:latin typeface="Cambria Math" panose="02040503050406030204" pitchFamily="18" charset="0"/>
                        </a:rPr>
                        <m:t>𝒅𝒙</m:t>
                      </m:r>
                      <m:r>
                        <a:rPr lang="zh-CN" altLang="en-US" sz="2000" b="1" i="1">
                          <a:solidFill>
                            <a:schemeClr val="bg1">
                              <a:lumMod val="95000"/>
                            </a:schemeClr>
                          </a:solidFill>
                          <a:latin typeface="Cambria Math" panose="02040503050406030204" pitchFamily="18" charset="0"/>
                        </a:rPr>
                        <m:t>=</m:t>
                      </m:r>
                      <m:r>
                        <a:rPr lang="zh-CN" altLang="en-US" sz="2000" b="1" i="1">
                          <a:solidFill>
                            <a:schemeClr val="bg1">
                              <a:lumMod val="95000"/>
                            </a:schemeClr>
                          </a:solidFill>
                          <a:latin typeface="Cambria Math" panose="02040503050406030204" pitchFamily="18" charset="0"/>
                        </a:rPr>
                        <m:t>𝑭</m:t>
                      </m:r>
                      <m:r>
                        <a:rPr lang="zh-CN" altLang="en-US" sz="2000" b="1" i="1">
                          <a:solidFill>
                            <a:schemeClr val="bg1">
                              <a:lumMod val="95000"/>
                            </a:schemeClr>
                          </a:solidFill>
                          <a:latin typeface="Cambria Math" panose="02040503050406030204" pitchFamily="18" charset="0"/>
                        </a:rPr>
                        <m:t>(</m:t>
                      </m:r>
                      <m:r>
                        <a:rPr lang="zh-CN" altLang="en-US" sz="2000" b="1" i="1">
                          <a:solidFill>
                            <a:schemeClr val="bg1">
                              <a:lumMod val="95000"/>
                            </a:schemeClr>
                          </a:solidFill>
                          <a:latin typeface="Cambria Math" panose="02040503050406030204" pitchFamily="18" charset="0"/>
                        </a:rPr>
                        <m:t>𝒃</m:t>
                      </m:r>
                      <m:r>
                        <a:rPr lang="zh-CN" altLang="en-US" sz="2000" b="1" i="1">
                          <a:solidFill>
                            <a:schemeClr val="bg1">
                              <a:lumMod val="95000"/>
                            </a:schemeClr>
                          </a:solidFill>
                          <a:latin typeface="Cambria Math" panose="02040503050406030204" pitchFamily="18" charset="0"/>
                        </a:rPr>
                        <m:t>)−</m:t>
                      </m:r>
                      <m:r>
                        <a:rPr lang="zh-CN" altLang="en-US" sz="2000" b="1" i="1">
                          <a:solidFill>
                            <a:schemeClr val="bg1">
                              <a:lumMod val="95000"/>
                            </a:schemeClr>
                          </a:solidFill>
                          <a:latin typeface="Cambria Math" panose="02040503050406030204" pitchFamily="18" charset="0"/>
                        </a:rPr>
                        <m:t>𝑭</m:t>
                      </m:r>
                      <m:r>
                        <a:rPr lang="zh-CN" altLang="en-US" sz="2000" b="1" i="1">
                          <a:solidFill>
                            <a:schemeClr val="bg1">
                              <a:lumMod val="95000"/>
                            </a:schemeClr>
                          </a:solidFill>
                          <a:latin typeface="Cambria Math" panose="02040503050406030204" pitchFamily="18" charset="0"/>
                        </a:rPr>
                        <m:t>(</m:t>
                      </m:r>
                      <m:r>
                        <a:rPr lang="zh-CN" altLang="en-US" sz="2000" b="1" i="1">
                          <a:solidFill>
                            <a:schemeClr val="bg1">
                              <a:lumMod val="95000"/>
                            </a:schemeClr>
                          </a:solidFill>
                          <a:latin typeface="Cambria Math" panose="02040503050406030204" pitchFamily="18" charset="0"/>
                        </a:rPr>
                        <m:t>𝒂</m:t>
                      </m:r>
                      <m:r>
                        <a:rPr lang="zh-CN" altLang="en-US" sz="2000" b="1" i="1">
                          <a:solidFill>
                            <a:schemeClr val="bg1">
                              <a:lumMod val="95000"/>
                            </a:schemeClr>
                          </a:solidFill>
                          <a:latin typeface="Cambria Math" panose="02040503050406030204" pitchFamily="18" charset="0"/>
                        </a:rPr>
                        <m:t>)</m:t>
                      </m:r>
                    </m:oMath>
                  </m:oMathPara>
                </a14:m>
                <a:endParaRPr lang="zh-CN" altLang="en-US" sz="2000" b="1" dirty="0">
                  <a:solidFill>
                    <a:schemeClr val="bg1">
                      <a:lumMod val="95000"/>
                    </a:schemeClr>
                  </a:solidFill>
                </a:endParaRPr>
              </a:p>
            </p:txBody>
          </p:sp>
        </mc:Choice>
        <mc:Fallback xmlns="">
          <p:sp>
            <p:nvSpPr>
              <p:cNvPr id="14" name="Object 11"/>
              <p:cNvSpPr txBox="1">
                <a:spLocks noRot="1" noChangeAspect="1" noMove="1" noResize="1" noEditPoints="1" noAdjustHandles="1" noChangeArrowheads="1" noChangeShapeType="1" noTextEdit="1"/>
              </p:cNvSpPr>
              <p:nvPr userDrawn="1"/>
            </p:nvSpPr>
            <p:spPr bwMode="auto">
              <a:xfrm>
                <a:off x="8470142" y="5699957"/>
                <a:ext cx="3219631" cy="873124"/>
              </a:xfrm>
              <a:prstGeom prst="rect">
                <a:avLst/>
              </a:prstGeom>
              <a:blipFill rotWithShape="1">
                <a:blip r:embed="rId3"/>
                <a:stretch>
                  <a:fillRect l="-16" t="-23" r="2" b="-19396"/>
                </a:stretch>
              </a:blipFill>
              <a:ln>
                <a:noFill/>
              </a:ln>
              <a:effectLst/>
            </p:spPr>
            <p:txBody>
              <a:bodyPr/>
              <a:lstStyle/>
              <a:p>
                <a:r>
                  <a:rPr lang="zh-CN" altLang="en-US">
                    <a:noFill/>
                  </a:rPr>
                  <a:t> </a:t>
                </a:r>
              </a:p>
            </p:txBody>
          </p:sp>
        </mc:Fallback>
      </mc:AlternateContent>
      <p:pic>
        <p:nvPicPr>
          <p:cNvPr id="17" name="Picture 11"/>
          <p:cNvPicPr>
            <a:picLocks noChangeAspect="1"/>
          </p:cNvPicPr>
          <p:nvPr userDrawn="1"/>
        </p:nvPicPr>
        <p:blipFill>
          <a:blip r:embed="rId4"/>
          <a:stretch>
            <a:fillRect/>
          </a:stretch>
        </p:blipFill>
        <p:spPr>
          <a:xfrm>
            <a:off x="6987258" y="3697623"/>
            <a:ext cx="2425190" cy="433284"/>
          </a:xfrm>
          <a:prstGeom prst="rect">
            <a:avLst/>
          </a:prstGeom>
        </p:spPr>
      </p:pic>
      <p:pic>
        <p:nvPicPr>
          <p:cNvPr id="18" name="Picture 14"/>
          <p:cNvPicPr>
            <a:picLocks noChangeAspect="1"/>
          </p:cNvPicPr>
          <p:nvPr userDrawn="1"/>
        </p:nvPicPr>
        <p:blipFill>
          <a:blip r:embed="rId5"/>
          <a:stretch>
            <a:fillRect/>
          </a:stretch>
        </p:blipFill>
        <p:spPr>
          <a:xfrm>
            <a:off x="5897460" y="2475374"/>
            <a:ext cx="4636809" cy="752897"/>
          </a:xfrm>
          <a:prstGeom prst="rect">
            <a:avLst/>
          </a:prstGeom>
        </p:spPr>
      </p:pic>
      <mc:AlternateContent xmlns:mc="http://schemas.openxmlformats.org/markup-compatibility/2006" xmlns:a14="http://schemas.microsoft.com/office/drawing/2010/main">
        <mc:Choice Requires="a14">
          <p:sp>
            <p:nvSpPr>
              <p:cNvPr id="2" name="矩形 1"/>
              <p:cNvSpPr/>
              <p:nvPr userDrawn="1"/>
            </p:nvSpPr>
            <p:spPr>
              <a:xfrm>
                <a:off x="3331317" y="5731953"/>
                <a:ext cx="4339586" cy="80913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sSup>
                        <m:sSupPr>
                          <m:ctrlPr>
                            <a:rPr lang="zh-CN" altLang="en-US" sz="2400" i="1" smtClean="0">
                              <a:solidFill>
                                <a:schemeClr val="bg1"/>
                              </a:solidFill>
                              <a:latin typeface="Cambria Math" panose="02040503050406030204" pitchFamily="18" charset="0"/>
                            </a:rPr>
                          </m:ctrlPr>
                        </m:sSupPr>
                        <m:e>
                          <m:r>
                            <a:rPr lang="zh-CN" altLang="en-US" sz="2400" i="1">
                              <a:solidFill>
                                <a:schemeClr val="bg1"/>
                              </a:solidFill>
                              <a:latin typeface="Cambria Math" panose="02040503050406030204" pitchFamily="18" charset="0"/>
                            </a:rPr>
                            <m:t>𝑓</m:t>
                          </m:r>
                        </m:e>
                        <m:sup>
                          <m:r>
                            <a:rPr lang="zh-CN" altLang="en-US" sz="2400" i="0">
                              <a:solidFill>
                                <a:schemeClr val="bg1"/>
                              </a:solidFill>
                              <a:latin typeface="Cambria Math" panose="02040503050406030204" pitchFamily="18" charset="0"/>
                            </a:rPr>
                            <m:t>′</m:t>
                          </m:r>
                        </m:sup>
                      </m:sSup>
                      <m:r>
                        <a:rPr lang="zh-CN" altLang="en-US" sz="2400" i="0">
                          <a:solidFill>
                            <a:schemeClr val="bg1"/>
                          </a:solidFill>
                          <a:latin typeface="Cambria Math" panose="02040503050406030204" pitchFamily="18" charset="0"/>
                        </a:rPr>
                        <m:t>(</m:t>
                      </m:r>
                      <m:r>
                        <a:rPr lang="zh-CN" altLang="en-US" sz="2400" i="1">
                          <a:solidFill>
                            <a:schemeClr val="bg1"/>
                          </a:solidFill>
                          <a:latin typeface="Cambria Math" panose="02040503050406030204" pitchFamily="18" charset="0"/>
                        </a:rPr>
                        <m:t>𝑥</m:t>
                      </m:r>
                      <m:r>
                        <a:rPr lang="zh-CN" altLang="en-US" sz="2400" i="0">
                          <a:solidFill>
                            <a:schemeClr val="bg1"/>
                          </a:solidFill>
                          <a:latin typeface="Cambria Math" panose="02040503050406030204" pitchFamily="18" charset="0"/>
                        </a:rPr>
                        <m:t>)=</m:t>
                      </m:r>
                      <m:limLow>
                        <m:limLowPr>
                          <m:ctrlPr>
                            <a:rPr lang="zh-CN" altLang="en-US" sz="2400" i="1">
                              <a:solidFill>
                                <a:schemeClr val="bg1"/>
                              </a:solidFill>
                              <a:latin typeface="Cambria Math" panose="02040503050406030204" pitchFamily="18" charset="0"/>
                            </a:rPr>
                          </m:ctrlPr>
                        </m:limLowPr>
                        <m:e>
                          <m:r>
                            <m:rPr>
                              <m:sty m:val="p"/>
                            </m:rPr>
                            <a:rPr lang="zh-CN" altLang="en-US" sz="2400" i="0">
                              <a:solidFill>
                                <a:schemeClr val="bg1"/>
                              </a:solidFill>
                              <a:latin typeface="Cambria Math" panose="02040503050406030204" pitchFamily="18" charset="0"/>
                            </a:rPr>
                            <m:t>lim</m:t>
                          </m:r>
                        </m:e>
                        <m:lim>
                          <m:r>
                            <a:rPr lang="zh-CN" altLang="en-US" sz="2400" i="1">
                              <a:solidFill>
                                <a:schemeClr val="bg1"/>
                              </a:solidFill>
                              <a:latin typeface="Cambria Math" panose="02040503050406030204" pitchFamily="18" charset="0"/>
                            </a:rPr>
                            <m:t>𝛥</m:t>
                          </m:r>
                          <m:r>
                            <a:rPr lang="zh-CN" altLang="en-US" sz="2400" i="1">
                              <a:solidFill>
                                <a:schemeClr val="bg1"/>
                              </a:solidFill>
                              <a:latin typeface="Cambria Math" panose="02040503050406030204" pitchFamily="18" charset="0"/>
                            </a:rPr>
                            <m:t>𝑥</m:t>
                          </m:r>
                          <m:r>
                            <a:rPr lang="zh-CN" altLang="en-US" sz="2400" i="0">
                              <a:solidFill>
                                <a:schemeClr val="bg1"/>
                              </a:solidFill>
                              <a:latin typeface="Cambria Math" panose="02040503050406030204" pitchFamily="18" charset="0"/>
                            </a:rPr>
                            <m:t>→0</m:t>
                          </m:r>
                        </m:lim>
                      </m:limLow>
                      <m:f>
                        <m:fPr>
                          <m:ctrlPr>
                            <a:rPr lang="zh-CN" altLang="en-US" sz="2400" i="1">
                              <a:solidFill>
                                <a:schemeClr val="bg1"/>
                              </a:solidFill>
                              <a:latin typeface="Cambria Math" panose="02040503050406030204" pitchFamily="18" charset="0"/>
                            </a:rPr>
                          </m:ctrlPr>
                        </m:fPr>
                        <m:num>
                          <m:d>
                            <m:dPr>
                              <m:begChr m:val=""/>
                              <m:ctrlPr>
                                <a:rPr lang="zh-CN" altLang="en-US" sz="2400" i="1">
                                  <a:solidFill>
                                    <a:schemeClr val="bg1"/>
                                  </a:solidFill>
                                  <a:latin typeface="Cambria Math" panose="02040503050406030204" pitchFamily="18" charset="0"/>
                                </a:rPr>
                              </m:ctrlPr>
                            </m:dPr>
                            <m:e>
                              <m:r>
                                <a:rPr lang="zh-CN" altLang="en-US" sz="2400" i="1">
                                  <a:solidFill>
                                    <a:schemeClr val="bg1"/>
                                  </a:solidFill>
                                  <a:latin typeface="Cambria Math" panose="02040503050406030204" pitchFamily="18" charset="0"/>
                                </a:rPr>
                                <m:t>𝑓</m:t>
                              </m:r>
                              <m:r>
                                <a:rPr lang="zh-CN" altLang="en-US" sz="2400" i="0">
                                  <a:solidFill>
                                    <a:schemeClr val="bg1"/>
                                  </a:solidFill>
                                  <a:latin typeface="Cambria Math" panose="02040503050406030204" pitchFamily="18" charset="0"/>
                                </a:rPr>
                                <m:t>(</m:t>
                              </m:r>
                              <m:r>
                                <a:rPr lang="zh-CN" altLang="en-US" sz="2400" i="1">
                                  <a:solidFill>
                                    <a:schemeClr val="bg1"/>
                                  </a:solidFill>
                                  <a:latin typeface="Cambria Math" panose="02040503050406030204" pitchFamily="18" charset="0"/>
                                </a:rPr>
                                <m:t>𝑥</m:t>
                              </m:r>
                              <m:r>
                                <a:rPr lang="zh-CN" altLang="en-US" sz="2400" i="0">
                                  <a:solidFill>
                                    <a:schemeClr val="bg1"/>
                                  </a:solidFill>
                                  <a:latin typeface="Cambria Math" panose="02040503050406030204" pitchFamily="18" charset="0"/>
                                </a:rPr>
                                <m:t>+</m:t>
                              </m:r>
                              <m:r>
                                <a:rPr lang="zh-CN" altLang="en-US" sz="2400" i="1">
                                  <a:solidFill>
                                    <a:schemeClr val="bg1"/>
                                  </a:solidFill>
                                  <a:latin typeface="Cambria Math" panose="02040503050406030204" pitchFamily="18" charset="0"/>
                                </a:rPr>
                                <m:t>𝛥</m:t>
                              </m:r>
                              <m:r>
                                <a:rPr lang="zh-CN" altLang="en-US" sz="2400" i="1">
                                  <a:solidFill>
                                    <a:schemeClr val="bg1"/>
                                  </a:solidFill>
                                  <a:latin typeface="Cambria Math" panose="02040503050406030204" pitchFamily="18" charset="0"/>
                                </a:rPr>
                                <m:t>𝑥</m:t>
                              </m:r>
                              <m:r>
                                <a:rPr lang="zh-CN" altLang="en-US" sz="2400" i="0">
                                  <a:solidFill>
                                    <a:schemeClr val="bg1"/>
                                  </a:solidFill>
                                  <a:latin typeface="Cambria Math" panose="02040503050406030204" pitchFamily="18" charset="0"/>
                                </a:rPr>
                                <m:t>)−</m:t>
                              </m:r>
                              <m:r>
                                <a:rPr lang="zh-CN" altLang="en-US" sz="2400" i="1">
                                  <a:solidFill>
                                    <a:schemeClr val="bg1"/>
                                  </a:solidFill>
                                  <a:latin typeface="Cambria Math" panose="02040503050406030204" pitchFamily="18" charset="0"/>
                                </a:rPr>
                                <m:t>𝑓</m:t>
                              </m:r>
                              <m:r>
                                <a:rPr lang="zh-CN" altLang="en-US" sz="2400" i="0">
                                  <a:solidFill>
                                    <a:schemeClr val="bg1"/>
                                  </a:solidFill>
                                  <a:latin typeface="Cambria Math" panose="02040503050406030204" pitchFamily="18" charset="0"/>
                                </a:rPr>
                                <m:t>(</m:t>
                              </m:r>
                              <m:r>
                                <a:rPr lang="zh-CN" altLang="en-US" sz="2400" i="1">
                                  <a:solidFill>
                                    <a:schemeClr val="bg1"/>
                                  </a:solidFill>
                                  <a:latin typeface="Cambria Math" panose="02040503050406030204" pitchFamily="18" charset="0"/>
                                </a:rPr>
                                <m:t>𝑥</m:t>
                              </m:r>
                            </m:e>
                          </m:d>
                        </m:num>
                        <m:den>
                          <m:r>
                            <a:rPr lang="zh-CN" altLang="en-US" sz="2400" i="1">
                              <a:solidFill>
                                <a:schemeClr val="bg1"/>
                              </a:solidFill>
                              <a:latin typeface="Cambria Math" panose="02040503050406030204" pitchFamily="18" charset="0"/>
                            </a:rPr>
                            <m:t>𝛥</m:t>
                          </m:r>
                          <m:r>
                            <a:rPr lang="zh-CN" altLang="en-US" sz="2400" i="1">
                              <a:solidFill>
                                <a:schemeClr val="bg1"/>
                              </a:solidFill>
                              <a:latin typeface="Cambria Math" panose="02040503050406030204" pitchFamily="18" charset="0"/>
                            </a:rPr>
                            <m:t>𝑥</m:t>
                          </m:r>
                        </m:den>
                      </m:f>
                    </m:oMath>
                  </m:oMathPara>
                </a14:m>
                <a:endParaRPr lang="zh-CN" altLang="en-US" sz="2000" dirty="0"/>
              </a:p>
            </p:txBody>
          </p:sp>
        </mc:Choice>
        <mc:Fallback xmlns="">
          <p:sp>
            <p:nvSpPr>
              <p:cNvPr id="2" name="矩形 1"/>
              <p:cNvSpPr>
                <a:spLocks noRot="1" noChangeAspect="1" noMove="1" noResize="1" noEditPoints="1" noAdjustHandles="1" noChangeArrowheads="1" noChangeShapeType="1" noTextEdit="1"/>
              </p:cNvSpPr>
              <p:nvPr userDrawn="1"/>
            </p:nvSpPr>
            <p:spPr>
              <a:xfrm>
                <a:off x="3331317" y="5731953"/>
                <a:ext cx="4339586" cy="809132"/>
              </a:xfrm>
              <a:prstGeom prst="rect">
                <a:avLst/>
              </a:prstGeom>
              <a:blipFill rotWithShape="1">
                <a:blip r:embed="rId6"/>
                <a:stretch>
                  <a:fillRect l="-2" t="-55" r="2" b="72"/>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3" name="矩形 2"/>
              <p:cNvSpPr/>
              <p:nvPr userDrawn="1"/>
            </p:nvSpPr>
            <p:spPr>
              <a:xfrm>
                <a:off x="475874" y="5945164"/>
                <a:ext cx="2056204" cy="618952"/>
              </a:xfrm>
              <a:prstGeom prst="rect">
                <a:avLst/>
              </a:prstGeom>
            </p:spPr>
            <p:txBody>
              <a:bodyPr wrap="none">
                <a:spAutoFit/>
              </a:bodyPr>
              <a:lstStyle/>
              <a:p>
                <a:pPr/>
                <a14:m>
                  <m:oMathPara xmlns:m="http://schemas.openxmlformats.org/officeDocument/2006/math">
                    <m:oMathParaPr>
                      <m:jc m:val="centerGroup"/>
                    </m:oMathParaPr>
                    <m:oMath xmlns:m="http://schemas.openxmlformats.org/officeDocument/2006/math">
                      <m:limLow>
                        <m:limLowPr>
                          <m:ctrlPr>
                            <a:rPr lang="zh-CN" altLang="en-US" sz="2400" i="1" smtClean="0">
                              <a:solidFill>
                                <a:schemeClr val="bg1"/>
                              </a:solidFill>
                              <a:latin typeface="Cambria Math" panose="02040503050406030204" pitchFamily="18" charset="0"/>
                            </a:rPr>
                          </m:ctrlPr>
                        </m:limLowPr>
                        <m:e>
                          <m:r>
                            <m:rPr>
                              <m:sty m:val="p"/>
                            </m:rPr>
                            <a:rPr lang="zh-CN" altLang="en-US" sz="2400">
                              <a:solidFill>
                                <a:schemeClr val="bg1"/>
                              </a:solidFill>
                              <a:latin typeface="Cambria Math" panose="02040503050406030204" pitchFamily="18" charset="0"/>
                            </a:rPr>
                            <m:t>lim</m:t>
                          </m:r>
                        </m:e>
                        <m:lim>
                          <m:r>
                            <a:rPr lang="zh-CN" altLang="en-US" sz="2400" i="1">
                              <a:solidFill>
                                <a:schemeClr val="bg1"/>
                              </a:solidFill>
                              <a:latin typeface="Cambria Math" panose="02040503050406030204" pitchFamily="18" charset="0"/>
                            </a:rPr>
                            <m:t>𝑥</m:t>
                          </m:r>
                          <m:r>
                            <a:rPr lang="zh-CN" altLang="en-US" sz="2400" i="0">
                              <a:solidFill>
                                <a:schemeClr val="bg1"/>
                              </a:solidFill>
                              <a:latin typeface="Cambria Math" panose="02040503050406030204" pitchFamily="18" charset="0"/>
                            </a:rPr>
                            <m:t>→</m:t>
                          </m:r>
                          <m:sSub>
                            <m:sSubPr>
                              <m:ctrlPr>
                                <a:rPr lang="zh-CN" altLang="en-US" sz="2400" i="1">
                                  <a:solidFill>
                                    <a:schemeClr val="bg1"/>
                                  </a:solidFill>
                                  <a:latin typeface="Cambria Math" panose="02040503050406030204" pitchFamily="18" charset="0"/>
                                </a:rPr>
                              </m:ctrlPr>
                            </m:sSubPr>
                            <m:e>
                              <m:r>
                                <a:rPr lang="zh-CN" altLang="en-US" sz="2400" i="1">
                                  <a:solidFill>
                                    <a:schemeClr val="bg1"/>
                                  </a:solidFill>
                                  <a:latin typeface="Cambria Math" panose="02040503050406030204" pitchFamily="18" charset="0"/>
                                </a:rPr>
                                <m:t>𝑥</m:t>
                              </m:r>
                            </m:e>
                            <m:sub>
                              <m:r>
                                <a:rPr lang="zh-CN" altLang="en-US" sz="2400" i="0">
                                  <a:solidFill>
                                    <a:schemeClr val="bg1"/>
                                  </a:solidFill>
                                  <a:latin typeface="Cambria Math" panose="02040503050406030204" pitchFamily="18" charset="0"/>
                                </a:rPr>
                                <m:t>0</m:t>
                              </m:r>
                            </m:sub>
                          </m:sSub>
                        </m:lim>
                      </m:limLow>
                      <m:r>
                        <a:rPr lang="zh-CN" altLang="en-US" sz="2400" i="1">
                          <a:solidFill>
                            <a:schemeClr val="bg1"/>
                          </a:solidFill>
                          <a:latin typeface="Cambria Math" panose="02040503050406030204" pitchFamily="18" charset="0"/>
                        </a:rPr>
                        <m:t>𝑓</m:t>
                      </m:r>
                      <m:r>
                        <a:rPr lang="zh-CN" altLang="en-US" sz="2400" i="0">
                          <a:solidFill>
                            <a:schemeClr val="bg1"/>
                          </a:solidFill>
                          <a:latin typeface="Cambria Math" panose="02040503050406030204" pitchFamily="18" charset="0"/>
                        </a:rPr>
                        <m:t>(</m:t>
                      </m:r>
                      <m:r>
                        <a:rPr lang="zh-CN" altLang="en-US" sz="2400" i="1">
                          <a:solidFill>
                            <a:schemeClr val="bg1"/>
                          </a:solidFill>
                          <a:latin typeface="Cambria Math" panose="02040503050406030204" pitchFamily="18" charset="0"/>
                        </a:rPr>
                        <m:t>𝑥</m:t>
                      </m:r>
                      <m:r>
                        <a:rPr lang="zh-CN" altLang="en-US" sz="2400" i="0">
                          <a:solidFill>
                            <a:schemeClr val="bg1"/>
                          </a:solidFill>
                          <a:latin typeface="Cambria Math" panose="02040503050406030204" pitchFamily="18" charset="0"/>
                        </a:rPr>
                        <m:t>)=</m:t>
                      </m:r>
                      <m:r>
                        <a:rPr lang="zh-CN" altLang="en-US" sz="2400" i="1">
                          <a:solidFill>
                            <a:schemeClr val="bg1"/>
                          </a:solidFill>
                          <a:latin typeface="Cambria Math" panose="02040503050406030204" pitchFamily="18" charset="0"/>
                        </a:rPr>
                        <m:t>𝐴</m:t>
                      </m:r>
                    </m:oMath>
                  </m:oMathPara>
                </a14:m>
                <a:endParaRPr lang="zh-CN" altLang="en-US" sz="2400" dirty="0">
                  <a:solidFill>
                    <a:schemeClr val="bg1"/>
                  </a:solidFill>
                </a:endParaRPr>
              </a:p>
            </p:txBody>
          </p:sp>
        </mc:Choice>
        <mc:Fallback xmlns="">
          <p:sp>
            <p:nvSpPr>
              <p:cNvPr id="3" name="矩形 2"/>
              <p:cNvSpPr>
                <a:spLocks noRot="1" noChangeAspect="1" noMove="1" noResize="1" noEditPoints="1" noAdjustHandles="1" noChangeArrowheads="1" noChangeShapeType="1" noTextEdit="1"/>
              </p:cNvSpPr>
              <p:nvPr userDrawn="1"/>
            </p:nvSpPr>
            <p:spPr>
              <a:xfrm>
                <a:off x="475874" y="5945164"/>
                <a:ext cx="2056204" cy="618952"/>
              </a:xfrm>
              <a:prstGeom prst="rect">
                <a:avLst/>
              </a:prstGeom>
              <a:blipFill rotWithShape="1">
                <a:blip r:embed="rId7"/>
                <a:stretch>
                  <a:fillRect l="-13" t="-47" r="16" b="20"/>
                </a:stretch>
              </a:blipFill>
            </p:spPr>
            <p:txBody>
              <a:bodyPr/>
              <a:lstStyle/>
              <a:p>
                <a:r>
                  <a:rPr lang="zh-CN" altLang="en-US">
                    <a:noFill/>
                  </a:rPr>
                  <a:t> </a:t>
                </a:r>
              </a:p>
            </p:txBody>
          </p:sp>
        </mc:Fallback>
      </mc:AlternateContent>
      <p:pic>
        <p:nvPicPr>
          <p:cNvPr id="7" name="图片 21"/>
          <p:cNvPicPr>
            <a:picLocks noChangeAspect="1"/>
          </p:cNvPicPr>
          <p:nvPr userDrawn="1"/>
        </p:nvPicPr>
        <p:blipFill>
          <a:blip r:embed="rId8"/>
          <a:stretch>
            <a:fillRect/>
          </a:stretch>
        </p:blipFill>
        <p:spPr>
          <a:xfrm>
            <a:off x="8484970" y="461090"/>
            <a:ext cx="3439739" cy="1438158"/>
          </a:xfrm>
          <a:prstGeom prst="rect">
            <a:avLst/>
          </a:prstGeom>
        </p:spPr>
      </p:pic>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章标题页">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10" name="标题占位符 1"/>
          <p:cNvSpPr>
            <a:spLocks noGrp="1"/>
          </p:cNvSpPr>
          <p:nvPr>
            <p:ph type="title"/>
          </p:nvPr>
        </p:nvSpPr>
        <p:spPr>
          <a:xfrm>
            <a:off x="1482216" y="2766218"/>
            <a:ext cx="9937393" cy="1325563"/>
          </a:xfrm>
          <a:prstGeom prst="rect">
            <a:avLst/>
          </a:prstGeom>
          <a:effectLst>
            <a:outerShdw dist="50800" dir="2700000" algn="tl" rotWithShape="0">
              <a:schemeClr val="tx1"/>
            </a:outerShdw>
          </a:effectLst>
        </p:spPr>
        <p:txBody>
          <a:bodyPr vert="horz" lIns="91440" tIns="45720" rIns="91440" bIns="45720" rtlCol="0" anchor="ctr">
            <a:noAutofit/>
          </a:bodyPr>
          <a:lstStyle>
            <a:lvl1pPr algn="l">
              <a:defRPr sz="6000" b="1" spc="400" baseline="0">
                <a:solidFill>
                  <a:schemeClr val="bg1"/>
                </a:solidFill>
                <a:latin typeface="+mj-ea"/>
                <a:ea typeface="+mj-ea"/>
              </a:defRPr>
            </a:lvl1pPr>
          </a:lstStyle>
          <a:p>
            <a:r>
              <a:rPr kumimoji="1" lang="zh-CN" altLang="en-US" dirty="0"/>
              <a:t>单击此处编辑母版标题样式</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目录页">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672043" y="926197"/>
            <a:ext cx="2476402" cy="909560"/>
          </a:xfrm>
          <a:prstGeom prst="rect">
            <a:avLst/>
          </a:prstGeom>
          <a:effectLst/>
        </p:spPr>
        <p:txBody>
          <a:bodyPr anchor="ctr">
            <a:noAutofit/>
          </a:bodyPr>
          <a:lstStyle>
            <a:lvl1pPr algn="ctr">
              <a:lnSpc>
                <a:spcPct val="125000"/>
              </a:lnSpc>
              <a:defRPr sz="3600" spc="0" baseline="0">
                <a:solidFill>
                  <a:schemeClr val="bg1"/>
                </a:solidFill>
              </a:defRPr>
            </a:lvl1pPr>
          </a:lstStyle>
          <a:p>
            <a:r>
              <a:rPr kumimoji="1" lang="zh-CN" altLang="en-US" dirty="0"/>
              <a:t>目录</a:t>
            </a:r>
          </a:p>
        </p:txBody>
      </p:sp>
      <p:sp>
        <p:nvSpPr>
          <p:cNvPr id="19" name="文本占位符 27"/>
          <p:cNvSpPr>
            <a:spLocks noGrp="1"/>
          </p:cNvSpPr>
          <p:nvPr>
            <p:ph type="body" sz="quarter" idx="18" hasCustomPrompt="1"/>
          </p:nvPr>
        </p:nvSpPr>
        <p:spPr>
          <a:xfrm flipH="1">
            <a:off x="2964240" y="2298786"/>
            <a:ext cx="7037551" cy="909561"/>
          </a:xfrm>
          <a:prstGeom prst="roundRect">
            <a:avLst/>
          </a:prstGeom>
          <a:solidFill>
            <a:srgbClr val="0157A8">
              <a:alpha val="50000"/>
            </a:srgbClr>
          </a:solidFill>
          <a:ln w="12700">
            <a:solidFill>
              <a:schemeClr val="bg1"/>
            </a:solidFill>
          </a:ln>
        </p:spPr>
        <p:txBody>
          <a:bodyPr rot="0" spcFirstLastPara="0" vertOverflow="overflow" horzOverflow="overflow" vert="horz" wrap="square" lIns="46800" tIns="45720" rIns="46800" bIns="45720" numCol="1" spcCol="0" rtlCol="0" fromWordArt="0" anchor="ctr" anchorCtr="0" forceAA="0" compatLnSpc="1">
            <a:noAutofit/>
          </a:bodyPr>
          <a:lstStyle>
            <a:lvl1pPr algn="ctr">
              <a:defRPr lang="zh-CN" altLang="en-US" dirty="0">
                <a:solidFill>
                  <a:schemeClr val="bg1"/>
                </a:solidFill>
              </a:defRPr>
            </a:lvl1pPr>
          </a:lstStyle>
          <a:p>
            <a:pPr lvl="0"/>
            <a:r>
              <a:rPr lang="zh-CN" altLang="en-US" dirty="0"/>
              <a:t>输入节标题</a:t>
            </a:r>
          </a:p>
        </p:txBody>
      </p:sp>
      <p:sp>
        <p:nvSpPr>
          <p:cNvPr id="20" name="文本占位符 27"/>
          <p:cNvSpPr>
            <a:spLocks noGrp="1"/>
          </p:cNvSpPr>
          <p:nvPr>
            <p:ph type="body" sz="quarter" idx="19" hasCustomPrompt="1"/>
          </p:nvPr>
        </p:nvSpPr>
        <p:spPr>
          <a:xfrm flipH="1">
            <a:off x="2964241" y="3671376"/>
            <a:ext cx="7037551" cy="909561"/>
          </a:xfrm>
          <a:prstGeom prst="roundRect">
            <a:avLst/>
          </a:prstGeom>
          <a:solidFill>
            <a:srgbClr val="0157A8">
              <a:alpha val="50000"/>
            </a:srgbClr>
          </a:solidFill>
          <a:ln w="12700">
            <a:solidFill>
              <a:schemeClr val="bg1"/>
            </a:solidFill>
          </a:ln>
        </p:spPr>
        <p:txBody>
          <a:bodyPr rot="0" spcFirstLastPara="0" vertOverflow="overflow" horzOverflow="overflow" vert="horz" wrap="square" lIns="46800" tIns="45720" rIns="46800" bIns="45720" numCol="1" spcCol="0" rtlCol="0" fromWordArt="0" anchor="ctr" anchorCtr="0" forceAA="0" compatLnSpc="1">
            <a:noAutofit/>
          </a:bodyPr>
          <a:lstStyle>
            <a:lvl1pPr algn="ctr">
              <a:defRPr lang="zh-CN" altLang="en-US" dirty="0">
                <a:solidFill>
                  <a:schemeClr val="bg1"/>
                </a:solidFill>
              </a:defRPr>
            </a:lvl1pPr>
          </a:lstStyle>
          <a:p>
            <a:pPr lvl="0"/>
            <a:r>
              <a:rPr lang="zh-CN" altLang="en-US" dirty="0"/>
              <a:t>输入节标题</a:t>
            </a:r>
          </a:p>
        </p:txBody>
      </p:sp>
      <p:sp>
        <p:nvSpPr>
          <p:cNvPr id="21" name="文本占位符 27"/>
          <p:cNvSpPr>
            <a:spLocks noGrp="1"/>
          </p:cNvSpPr>
          <p:nvPr>
            <p:ph type="body" sz="quarter" idx="20" hasCustomPrompt="1"/>
          </p:nvPr>
        </p:nvSpPr>
        <p:spPr>
          <a:xfrm flipH="1">
            <a:off x="2964241" y="5043966"/>
            <a:ext cx="7037551" cy="909561"/>
          </a:xfrm>
          <a:prstGeom prst="roundRect">
            <a:avLst/>
          </a:prstGeom>
          <a:solidFill>
            <a:srgbClr val="0157A8">
              <a:alpha val="50000"/>
            </a:srgbClr>
          </a:solidFill>
          <a:ln w="12700">
            <a:solidFill>
              <a:schemeClr val="bg1"/>
            </a:solidFill>
          </a:ln>
        </p:spPr>
        <p:txBody>
          <a:bodyPr rot="0" spcFirstLastPara="0" vertOverflow="overflow" horzOverflow="overflow" vert="horz" wrap="square" lIns="46800" tIns="45720" rIns="46800" bIns="45720" numCol="1" spcCol="0" rtlCol="0" fromWordArt="0" anchor="ctr" anchorCtr="0" forceAA="0" compatLnSpc="1">
            <a:noAutofit/>
          </a:bodyPr>
          <a:lstStyle>
            <a:lvl1pPr algn="ctr">
              <a:defRPr lang="zh-CN" altLang="en-US" dirty="0">
                <a:solidFill>
                  <a:schemeClr val="bg1"/>
                </a:solidFill>
              </a:defRPr>
            </a:lvl1pPr>
          </a:lstStyle>
          <a:p>
            <a:pPr lvl="0"/>
            <a:r>
              <a:rPr lang="zh-CN" altLang="en-US" dirty="0"/>
              <a:t>输入节标题</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目录页">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矩形 2"/>
          <p:cNvSpPr/>
          <p:nvPr userDrawn="1"/>
        </p:nvSpPr>
        <p:spPr>
          <a:xfrm>
            <a:off x="0" y="1085850"/>
            <a:ext cx="12192000" cy="4686300"/>
          </a:xfrm>
          <a:prstGeom prst="rect">
            <a:avLst/>
          </a:prstGeom>
          <a:solidFill>
            <a:srgbClr val="0157A8">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 name="标题 1"/>
          <p:cNvSpPr>
            <a:spLocks noGrp="1"/>
          </p:cNvSpPr>
          <p:nvPr>
            <p:ph type="ctrTitle" hasCustomPrompt="1"/>
          </p:nvPr>
        </p:nvSpPr>
        <p:spPr>
          <a:xfrm>
            <a:off x="1811530" y="3066021"/>
            <a:ext cx="2278975" cy="725958"/>
          </a:xfrm>
          <a:prstGeom prst="rect">
            <a:avLst/>
          </a:prstGeom>
          <a:noFill/>
          <a:ln>
            <a:solidFill>
              <a:schemeClr val="bg1">
                <a:alpha val="50000"/>
              </a:schemeClr>
            </a:solidFill>
          </a:ln>
          <a:effectLst/>
        </p:spPr>
        <p:txBody>
          <a:bodyPr anchor="ctr">
            <a:noAutofit/>
          </a:bodyPr>
          <a:lstStyle>
            <a:lvl1pPr algn="ctr">
              <a:lnSpc>
                <a:spcPct val="125000"/>
              </a:lnSpc>
              <a:defRPr sz="3200" b="1" spc="300" baseline="0">
                <a:solidFill>
                  <a:schemeClr val="bg1"/>
                </a:solidFill>
                <a:effectLst>
                  <a:outerShdw blurRad="38100" dist="38100" dir="2700000" algn="tl">
                    <a:srgbClr val="000000">
                      <a:alpha val="43137"/>
                    </a:srgbClr>
                  </a:outerShdw>
                </a:effectLst>
              </a:defRPr>
            </a:lvl1pPr>
          </a:lstStyle>
          <a:p>
            <a:r>
              <a:rPr kumimoji="1" lang="zh-CN" altLang="en-US" dirty="0"/>
              <a:t>主要内容</a:t>
            </a:r>
          </a:p>
        </p:txBody>
      </p:sp>
      <p:sp>
        <p:nvSpPr>
          <p:cNvPr id="6" name="文本占位符 5"/>
          <p:cNvSpPr>
            <a:spLocks noGrp="1"/>
          </p:cNvSpPr>
          <p:nvPr>
            <p:ph type="body" sz="quarter" idx="10"/>
          </p:nvPr>
        </p:nvSpPr>
        <p:spPr>
          <a:xfrm>
            <a:off x="5364480" y="1776413"/>
            <a:ext cx="5784532" cy="3305175"/>
          </a:xfrm>
          <a:prstGeom prst="rect">
            <a:avLst/>
          </a:prstGeom>
        </p:spPr>
        <p:txBody>
          <a:bodyPr anchor="ctr" anchorCtr="0"/>
          <a:lstStyle>
            <a:lvl1pPr>
              <a:lnSpc>
                <a:spcPct val="125000"/>
              </a:lnSpc>
              <a:spcAft>
                <a:spcPts val="0"/>
              </a:spcAft>
              <a:defRPr>
                <a:solidFill>
                  <a:schemeClr val="bg1"/>
                </a:solidFill>
                <a:effectLst>
                  <a:outerShdw blurRad="38100" dist="38100" dir="2700000" algn="tl">
                    <a:srgbClr val="000000">
                      <a:alpha val="43137"/>
                    </a:srgbClr>
                  </a:outerShdw>
                </a:effectLst>
              </a:defRPr>
            </a:lvl1pPr>
            <a:lvl2pPr>
              <a:defRPr>
                <a:solidFill>
                  <a:schemeClr val="bg1"/>
                </a:solidFill>
                <a:effectLst>
                  <a:outerShdw blurRad="38100" dist="38100" dir="2700000" algn="tl">
                    <a:srgbClr val="000000">
                      <a:alpha val="43137"/>
                    </a:srgbClr>
                  </a:outerShdw>
                </a:effectLst>
              </a:defRPr>
            </a:lvl2pPr>
            <a:lvl3pPr>
              <a:defRPr>
                <a:solidFill>
                  <a:schemeClr val="bg1"/>
                </a:solidFill>
                <a:effectLst>
                  <a:outerShdw blurRad="38100" dist="38100" dir="2700000" algn="tl">
                    <a:srgbClr val="000000">
                      <a:alpha val="43137"/>
                    </a:srgbClr>
                  </a:outerShdw>
                </a:effectLst>
              </a:defRPr>
            </a:lvl3pPr>
            <a:lvl4pPr>
              <a:defRPr>
                <a:solidFill>
                  <a:schemeClr val="bg1"/>
                </a:solidFill>
                <a:effectLst>
                  <a:outerShdw blurRad="38100" dist="38100" dir="2700000" algn="tl">
                    <a:srgbClr val="000000">
                      <a:alpha val="43137"/>
                    </a:srgbClr>
                  </a:outerShdw>
                </a:effectLst>
              </a:defRPr>
            </a:lvl4pPr>
            <a:lvl5pPr>
              <a:defRPr>
                <a:solidFill>
                  <a:schemeClr val="bg1"/>
                </a:solidFill>
                <a:effectLst>
                  <a:outerShdw blurRad="38100" dist="38100" dir="2700000" algn="tl">
                    <a:srgbClr val="000000">
                      <a:alpha val="43137"/>
                    </a:srgbClr>
                  </a:outerShdw>
                </a:effectLst>
              </a:defRPr>
            </a:lvl5pPr>
          </a:lstStyle>
          <a:p>
            <a:pPr lvl="0"/>
            <a:r>
              <a:rPr lang="zh-CN" altLang="en-US" dirty="0"/>
              <a:t>单击此处编辑母版文本样式</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节标题页">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4" name="矩形 3"/>
          <p:cNvSpPr/>
          <p:nvPr userDrawn="1"/>
        </p:nvSpPr>
        <p:spPr>
          <a:xfrm>
            <a:off x="0" y="0"/>
            <a:ext cx="12192000" cy="6858000"/>
          </a:xfrm>
          <a:prstGeom prst="rect">
            <a:avLst/>
          </a:prstGeom>
          <a:solidFill>
            <a:srgbClr val="0157A8">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标题占位符 1"/>
          <p:cNvSpPr>
            <a:spLocks noGrp="1"/>
          </p:cNvSpPr>
          <p:nvPr>
            <p:ph type="title"/>
          </p:nvPr>
        </p:nvSpPr>
        <p:spPr>
          <a:xfrm>
            <a:off x="1997287" y="2434667"/>
            <a:ext cx="8197427" cy="1988663"/>
          </a:xfrm>
          <a:prstGeom prst="rect">
            <a:avLst/>
          </a:prstGeom>
          <a:effectLst>
            <a:outerShdw blurRad="12700" dist="50800" dir="2700000" algn="tl" rotWithShape="0">
              <a:prstClr val="black">
                <a:alpha val="66000"/>
              </a:prstClr>
            </a:outerShdw>
          </a:effectLst>
        </p:spPr>
        <p:txBody>
          <a:bodyPr vert="horz" lIns="91440" tIns="45720" rIns="91440" bIns="45720" rtlCol="0" anchor="ctr">
            <a:noAutofit/>
          </a:bodyPr>
          <a:lstStyle>
            <a:lvl1pPr algn="l">
              <a:lnSpc>
                <a:spcPct val="150000"/>
              </a:lnSpc>
              <a:defRPr sz="4800" b="1" spc="400" baseline="0">
                <a:solidFill>
                  <a:schemeClr val="bg1"/>
                </a:solidFill>
                <a:latin typeface="+mj-ea"/>
                <a:ea typeface="+mj-ea"/>
              </a:defRPr>
            </a:lvl1pPr>
          </a:lstStyle>
          <a:p>
            <a:r>
              <a:rPr kumimoji="1" lang="zh-CN" altLang="en-US" dirty="0"/>
              <a:t>单击此处编辑母版标题样式</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内容页有框">
    <p:spTree>
      <p:nvGrpSpPr>
        <p:cNvPr id="1" name=""/>
        <p:cNvGrpSpPr/>
        <p:nvPr/>
      </p:nvGrpSpPr>
      <p:grpSpPr>
        <a:xfrm>
          <a:off x="0" y="0"/>
          <a:ext cx="0" cy="0"/>
          <a:chOff x="0" y="0"/>
          <a:chExt cx="0" cy="0"/>
        </a:xfrm>
      </p:grpSpPr>
      <p:pic>
        <p:nvPicPr>
          <p:cNvPr id="2" name="图片 1"/>
          <p:cNvPicPr>
            <a:picLocks noChangeAspect="1"/>
          </p:cNvPicPr>
          <p:nvPr userDrawn="1"/>
        </p:nvPicPr>
        <p:blipFill rotWithShape="1">
          <a:blip r:embed="rId2">
            <a:extLst>
              <a:ext uri="{28A0092B-C50C-407E-A947-70E740481C1C}">
                <a14:useLocalDpi xmlns:a14="http://schemas.microsoft.com/office/drawing/2010/main" val="0"/>
              </a:ext>
            </a:extLst>
          </a:blip>
          <a:srcRect b="89112"/>
          <a:stretch>
            <a:fillRect/>
          </a:stretch>
        </p:blipFill>
        <p:spPr>
          <a:xfrm>
            <a:off x="-1" y="-6766"/>
            <a:ext cx="12192001" cy="747205"/>
          </a:xfrm>
          <a:prstGeom prst="rect">
            <a:avLst/>
          </a:prstGeom>
        </p:spPr>
      </p:pic>
      <p:sp>
        <p:nvSpPr>
          <p:cNvPr id="8" name="矩形 7"/>
          <p:cNvSpPr/>
          <p:nvPr userDrawn="1"/>
        </p:nvSpPr>
        <p:spPr>
          <a:xfrm>
            <a:off x="0" y="0"/>
            <a:ext cx="12192000" cy="740439"/>
          </a:xfrm>
          <a:prstGeom prst="rect">
            <a:avLst/>
          </a:prstGeom>
          <a:solidFill>
            <a:srgbClr val="0157A8">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8" name="文本占位符 16"/>
          <p:cNvSpPr>
            <a:spLocks noGrp="1"/>
          </p:cNvSpPr>
          <p:nvPr userDrawn="1">
            <p:ph type="body" sz="quarter" idx="12" hasCustomPrompt="1"/>
          </p:nvPr>
        </p:nvSpPr>
        <p:spPr>
          <a:xfrm>
            <a:off x="691197" y="914400"/>
            <a:ext cx="10795953" cy="5387975"/>
          </a:xfrm>
          <a:prstGeom prst="rect">
            <a:avLst/>
          </a:prstGeom>
        </p:spPr>
        <p:txBody>
          <a:bodyPr>
            <a:normAutofit/>
          </a:bodyPr>
          <a:lstStyle>
            <a:lvl1pPr marL="0" indent="0" algn="just">
              <a:lnSpc>
                <a:spcPct val="125000"/>
              </a:lnSpc>
              <a:spcAft>
                <a:spcPts val="1000"/>
              </a:spcAft>
              <a:buFontTx/>
              <a:buNone/>
              <a:defRPr sz="2400">
                <a:solidFill>
                  <a:schemeClr val="tx1"/>
                </a:solidFill>
                <a:latin typeface="+mj-ea"/>
                <a:ea typeface="+mj-ea"/>
              </a:defRPr>
            </a:lvl1pPr>
            <a:lvl2pPr marL="457200" indent="0" algn="just">
              <a:lnSpc>
                <a:spcPct val="125000"/>
              </a:lnSpc>
              <a:spcAft>
                <a:spcPts val="1000"/>
              </a:spcAft>
              <a:buFontTx/>
              <a:buNone/>
              <a:defRPr sz="2400">
                <a:solidFill>
                  <a:schemeClr val="tx1"/>
                </a:solidFill>
                <a:latin typeface="+mj-ea"/>
                <a:ea typeface="+mj-ea"/>
              </a:defRPr>
            </a:lvl2pPr>
            <a:lvl3pPr marL="914400" indent="0" algn="just">
              <a:lnSpc>
                <a:spcPct val="125000"/>
              </a:lnSpc>
              <a:spcAft>
                <a:spcPts val="1000"/>
              </a:spcAft>
              <a:buFontTx/>
              <a:buNone/>
              <a:defRPr sz="2400">
                <a:solidFill>
                  <a:schemeClr val="tx1"/>
                </a:solidFill>
                <a:latin typeface="+mj-ea"/>
                <a:ea typeface="+mj-ea"/>
              </a:defRPr>
            </a:lvl3pPr>
            <a:lvl4pPr marL="1371600" indent="0" algn="just">
              <a:lnSpc>
                <a:spcPct val="125000"/>
              </a:lnSpc>
              <a:spcAft>
                <a:spcPts val="1000"/>
              </a:spcAft>
              <a:buFontTx/>
              <a:buNone/>
              <a:defRPr sz="2400">
                <a:solidFill>
                  <a:schemeClr val="tx1"/>
                </a:solidFill>
                <a:latin typeface="+mj-ea"/>
                <a:ea typeface="+mj-ea"/>
              </a:defRPr>
            </a:lvl4pPr>
            <a:lvl5pPr marL="1828800" indent="0" algn="just">
              <a:lnSpc>
                <a:spcPct val="125000"/>
              </a:lnSpc>
              <a:spcAft>
                <a:spcPts val="1000"/>
              </a:spcAft>
              <a:buFontTx/>
              <a:buNone/>
              <a:defRPr sz="2400">
                <a:solidFill>
                  <a:schemeClr val="tx1"/>
                </a:solidFill>
                <a:latin typeface="+mj-ea"/>
                <a:ea typeface="+mj-ea"/>
              </a:defRPr>
            </a:lvl5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14" name="标题 1"/>
          <p:cNvSpPr>
            <a:spLocks noGrp="1"/>
          </p:cNvSpPr>
          <p:nvPr userDrawn="1">
            <p:ph type="title"/>
          </p:nvPr>
        </p:nvSpPr>
        <p:spPr>
          <a:xfrm>
            <a:off x="691197" y="111544"/>
            <a:ext cx="10805478" cy="628895"/>
          </a:xfrm>
          <a:prstGeom prst="rect">
            <a:avLst/>
          </a:prstGeom>
          <a:noFill/>
        </p:spPr>
        <p:txBody>
          <a:bodyPr lIns="0" tIns="0" rIns="0" bIns="0" anchor="ctr" anchorCtr="0">
            <a:normAutofit/>
          </a:bodyPr>
          <a:lstStyle>
            <a:lvl1pPr algn="l">
              <a:lnSpc>
                <a:spcPct val="100000"/>
              </a:lnSpc>
              <a:defRPr sz="3200" b="1">
                <a:solidFill>
                  <a:schemeClr val="bg1"/>
                </a:solidFill>
                <a:effectLst>
                  <a:outerShdw blurRad="38100" dist="38100" dir="2700000" algn="tl">
                    <a:srgbClr val="000000">
                      <a:alpha val="43137"/>
                    </a:srgbClr>
                  </a:outerShdw>
                </a:effectLst>
              </a:defRPr>
            </a:lvl1pPr>
          </a:lstStyle>
          <a:p>
            <a:r>
              <a:rPr kumimoji="1" lang="zh-CN" altLang="en-US" dirty="0"/>
              <a:t>单击此处编辑母版标题样式</a:t>
            </a:r>
          </a:p>
        </p:txBody>
      </p:sp>
      <p:sp>
        <p:nvSpPr>
          <p:cNvPr id="7" name="立方体 6"/>
          <p:cNvSpPr/>
          <p:nvPr userDrawn="1"/>
        </p:nvSpPr>
        <p:spPr>
          <a:xfrm rot="14317165" flipH="1">
            <a:off x="281759" y="272097"/>
            <a:ext cx="311403" cy="311403"/>
          </a:xfrm>
          <a:prstGeom prst="cube">
            <a:avLst/>
          </a:prstGeom>
          <a:solidFill>
            <a:schemeClr val="bg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立方体 8"/>
          <p:cNvSpPr/>
          <p:nvPr userDrawn="1"/>
        </p:nvSpPr>
        <p:spPr>
          <a:xfrm rot="14317165" flipH="1">
            <a:off x="114872" y="137028"/>
            <a:ext cx="136115" cy="136115"/>
          </a:xfrm>
          <a:prstGeom prst="cube">
            <a:avLst/>
          </a:prstGeom>
          <a:solidFill>
            <a:schemeClr val="bg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纯标题页">
    <p:spTree>
      <p:nvGrpSpPr>
        <p:cNvPr id="1" name=""/>
        <p:cNvGrpSpPr/>
        <p:nvPr/>
      </p:nvGrpSpPr>
      <p:grpSpPr>
        <a:xfrm>
          <a:off x="0" y="0"/>
          <a:ext cx="0" cy="0"/>
          <a:chOff x="0" y="0"/>
          <a:chExt cx="0" cy="0"/>
        </a:xfrm>
      </p:grpSpPr>
      <p:pic>
        <p:nvPicPr>
          <p:cNvPr id="5" name="图片 4"/>
          <p:cNvPicPr>
            <a:picLocks noChangeAspect="1"/>
          </p:cNvPicPr>
          <p:nvPr userDrawn="1"/>
        </p:nvPicPr>
        <p:blipFill rotWithShape="1">
          <a:blip r:embed="rId2">
            <a:extLst>
              <a:ext uri="{28A0092B-C50C-407E-A947-70E740481C1C}">
                <a14:useLocalDpi xmlns:a14="http://schemas.microsoft.com/office/drawing/2010/main" val="0"/>
              </a:ext>
            </a:extLst>
          </a:blip>
          <a:srcRect b="89112"/>
          <a:stretch>
            <a:fillRect/>
          </a:stretch>
        </p:blipFill>
        <p:spPr>
          <a:xfrm>
            <a:off x="-1" y="-6766"/>
            <a:ext cx="12192001" cy="747205"/>
          </a:xfrm>
          <a:prstGeom prst="rect">
            <a:avLst/>
          </a:prstGeom>
        </p:spPr>
      </p:pic>
      <p:sp>
        <p:nvSpPr>
          <p:cNvPr id="7" name="矩形 6"/>
          <p:cNvSpPr/>
          <p:nvPr userDrawn="1"/>
        </p:nvSpPr>
        <p:spPr>
          <a:xfrm>
            <a:off x="0" y="0"/>
            <a:ext cx="12192000" cy="740439"/>
          </a:xfrm>
          <a:prstGeom prst="rect">
            <a:avLst/>
          </a:prstGeom>
          <a:solidFill>
            <a:srgbClr val="0157A8">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1" name="标题 1"/>
          <p:cNvSpPr>
            <a:spLocks noGrp="1"/>
          </p:cNvSpPr>
          <p:nvPr>
            <p:ph type="title"/>
          </p:nvPr>
        </p:nvSpPr>
        <p:spPr>
          <a:xfrm>
            <a:off x="691197" y="111544"/>
            <a:ext cx="10805478" cy="628895"/>
          </a:xfrm>
          <a:prstGeom prst="rect">
            <a:avLst/>
          </a:prstGeom>
          <a:noFill/>
        </p:spPr>
        <p:txBody>
          <a:bodyPr lIns="0" tIns="0" rIns="0" bIns="0" anchor="ctr" anchorCtr="0">
            <a:normAutofit/>
          </a:bodyPr>
          <a:lstStyle>
            <a:lvl1pPr algn="l">
              <a:lnSpc>
                <a:spcPct val="100000"/>
              </a:lnSpc>
              <a:defRPr sz="3200" b="1">
                <a:solidFill>
                  <a:schemeClr val="bg1"/>
                </a:solidFill>
                <a:effectLst>
                  <a:outerShdw blurRad="38100" dist="38100" dir="2700000" algn="tl">
                    <a:srgbClr val="000000">
                      <a:alpha val="43137"/>
                    </a:srgbClr>
                  </a:outerShdw>
                </a:effectLst>
              </a:defRPr>
            </a:lvl1pPr>
          </a:lstStyle>
          <a:p>
            <a:r>
              <a:rPr kumimoji="1" lang="zh-CN" altLang="en-US" dirty="0"/>
              <a:t>单击此处编辑母版标题样式</a:t>
            </a:r>
          </a:p>
        </p:txBody>
      </p:sp>
      <p:sp>
        <p:nvSpPr>
          <p:cNvPr id="12" name="立方体 11"/>
          <p:cNvSpPr/>
          <p:nvPr userDrawn="1"/>
        </p:nvSpPr>
        <p:spPr>
          <a:xfrm rot="14317165" flipH="1">
            <a:off x="281759" y="272097"/>
            <a:ext cx="311403" cy="311403"/>
          </a:xfrm>
          <a:prstGeom prst="cube">
            <a:avLst/>
          </a:prstGeom>
          <a:solidFill>
            <a:schemeClr val="bg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立方体 12"/>
          <p:cNvSpPr/>
          <p:nvPr userDrawn="1"/>
        </p:nvSpPr>
        <p:spPr>
          <a:xfrm rot="14317165" flipH="1">
            <a:off x="114872" y="137028"/>
            <a:ext cx="136115" cy="136115"/>
          </a:xfrm>
          <a:prstGeom prst="cube">
            <a:avLst/>
          </a:prstGeom>
          <a:solidFill>
            <a:schemeClr val="bg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空白页1">
    <p:spTree>
      <p:nvGrpSpPr>
        <p:cNvPr id="1" name=""/>
        <p:cNvGrpSpPr/>
        <p:nvPr/>
      </p:nvGrpSpPr>
      <p:grpSpPr>
        <a:xfrm>
          <a:off x="0" y="0"/>
          <a:ext cx="0" cy="0"/>
          <a:chOff x="0" y="0"/>
          <a:chExt cx="0" cy="0"/>
        </a:xfrm>
      </p:grpSpPr>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做题">
    <p:spTree>
      <p:nvGrpSpPr>
        <p:cNvPr id="1" name=""/>
        <p:cNvGrpSpPr/>
        <p:nvPr/>
      </p:nvGrpSpPr>
      <p:grpSpPr>
        <a:xfrm>
          <a:off x="0" y="0"/>
          <a:ext cx="0" cy="0"/>
          <a:chOff x="0" y="0"/>
          <a:chExt cx="0" cy="0"/>
        </a:xfrm>
      </p:grpSpPr>
      <p:sp>
        <p:nvSpPr>
          <p:cNvPr id="2" name="文本占位符 11"/>
          <p:cNvSpPr>
            <a:spLocks noGrp="1"/>
          </p:cNvSpPr>
          <p:nvPr>
            <p:ph type="body" sz="quarter" idx="10" hasCustomPrompt="1"/>
          </p:nvPr>
        </p:nvSpPr>
        <p:spPr>
          <a:xfrm>
            <a:off x="1391086" y="485858"/>
            <a:ext cx="9799319" cy="1474004"/>
          </a:xfrm>
          <a:prstGeom prst="rect">
            <a:avLst/>
          </a:prstGeom>
          <a:noFill/>
        </p:spPr>
        <p:txBody>
          <a:bodyPr anchor="t">
            <a:normAutofit/>
          </a:bodyPr>
          <a:lstStyle>
            <a:lvl1pPr marL="0" indent="0" algn="l" defTabSz="914400" rtl="0" eaLnBrk="1" latinLnBrk="0" hangingPunct="1">
              <a:lnSpc>
                <a:spcPct val="125000"/>
              </a:lnSpc>
              <a:buClr>
                <a:srgbClr val="EF9109"/>
              </a:buClr>
              <a:buFontTx/>
              <a:buNone/>
              <a:defRPr lang="zh-CN" altLang="en-US" sz="2400" b="1" i="0" smtClean="0">
                <a:solidFill>
                  <a:schemeClr val="tx1"/>
                </a:solidFill>
                <a:effectLst/>
                <a:latin typeface="+mj-ea"/>
                <a:ea typeface="+mj-ea"/>
              </a:defRPr>
            </a:lvl1pPr>
            <a:lvl2pPr marL="0" indent="0" algn="ctr" defTabSz="914400" rtl="0" eaLnBrk="1" latinLnBrk="0" hangingPunct="1">
              <a:buFontTx/>
              <a:buNone/>
              <a:defRPr lang="zh-CN" altLang="en-US" sz="2800" b="1" kern="1200" dirty="0" smtClean="0">
                <a:solidFill>
                  <a:schemeClr val="tx1">
                    <a:lumMod val="75000"/>
                    <a:lumOff val="25000"/>
                  </a:schemeClr>
                </a:solidFill>
                <a:latin typeface="+mj-ea"/>
                <a:ea typeface="+mj-ea"/>
                <a:cs typeface="+mn-cs"/>
              </a:defRPr>
            </a:lvl2pPr>
            <a:lvl3pPr marL="0" indent="0" algn="ctr" defTabSz="914400" rtl="0" eaLnBrk="1" latinLnBrk="0" hangingPunct="1">
              <a:buFontTx/>
              <a:buNone/>
              <a:defRPr lang="zh-CN" altLang="en-US" sz="2800" b="1" kern="1200" dirty="0" smtClean="0">
                <a:solidFill>
                  <a:schemeClr val="tx1">
                    <a:lumMod val="75000"/>
                    <a:lumOff val="25000"/>
                  </a:schemeClr>
                </a:solidFill>
                <a:latin typeface="+mj-ea"/>
                <a:ea typeface="+mj-ea"/>
                <a:cs typeface="+mn-cs"/>
              </a:defRPr>
            </a:lvl3pPr>
            <a:lvl4pPr marL="0" indent="0" algn="ctr" defTabSz="914400" rtl="0" eaLnBrk="1" latinLnBrk="0" hangingPunct="1">
              <a:buFontTx/>
              <a:buNone/>
              <a:defRPr lang="zh-CN" altLang="en-US" sz="2800" b="1" kern="1200" dirty="0" smtClean="0">
                <a:solidFill>
                  <a:schemeClr val="tx1">
                    <a:lumMod val="75000"/>
                    <a:lumOff val="25000"/>
                  </a:schemeClr>
                </a:solidFill>
                <a:latin typeface="+mj-ea"/>
                <a:ea typeface="+mj-ea"/>
                <a:cs typeface="+mn-cs"/>
              </a:defRPr>
            </a:lvl4pPr>
            <a:lvl5pPr marL="0" indent="0" algn="ctr" defTabSz="914400" rtl="0" eaLnBrk="1" latinLnBrk="0" hangingPunct="1">
              <a:buFontTx/>
              <a:buNone/>
              <a:defRPr lang="zh-CN" altLang="en-US" sz="2800" b="1" kern="1200" dirty="0">
                <a:solidFill>
                  <a:schemeClr val="tx1">
                    <a:lumMod val="75000"/>
                    <a:lumOff val="25000"/>
                  </a:schemeClr>
                </a:solidFill>
                <a:latin typeface="+mj-ea"/>
                <a:ea typeface="+mj-ea"/>
                <a:cs typeface="+mn-cs"/>
              </a:defRPr>
            </a:lvl5pPr>
          </a:lstStyle>
          <a:p>
            <a:pPr lvl="0"/>
            <a:r>
              <a:rPr lang="zh-CN" altLang="en-US" dirty="0"/>
              <a:t>输入文章的标题，文章标题与内容</a:t>
            </a:r>
          </a:p>
        </p:txBody>
      </p:sp>
      <p:sp>
        <p:nvSpPr>
          <p:cNvPr id="3" name="文本占位符 16"/>
          <p:cNvSpPr>
            <a:spLocks noGrp="1"/>
          </p:cNvSpPr>
          <p:nvPr>
            <p:ph type="body" sz="quarter" idx="12" hasCustomPrompt="1"/>
          </p:nvPr>
        </p:nvSpPr>
        <p:spPr>
          <a:xfrm>
            <a:off x="1391086" y="2048721"/>
            <a:ext cx="9799320" cy="4963272"/>
          </a:xfrm>
          <a:prstGeom prst="rect">
            <a:avLst/>
          </a:prstGeom>
        </p:spPr>
        <p:txBody>
          <a:bodyPr>
            <a:normAutofit/>
          </a:bodyPr>
          <a:lstStyle>
            <a:lvl1pPr marL="0" indent="0" algn="l">
              <a:lnSpc>
                <a:spcPct val="125000"/>
              </a:lnSpc>
              <a:spcAft>
                <a:spcPts val="0"/>
              </a:spcAft>
              <a:buFontTx/>
              <a:buNone/>
              <a:defRPr sz="2400">
                <a:solidFill>
                  <a:schemeClr val="tx1"/>
                </a:solidFill>
                <a:latin typeface="+mj-ea"/>
                <a:ea typeface="+mj-ea"/>
              </a:defRPr>
            </a:lvl1pPr>
            <a:lvl2pPr marL="457200" indent="0" algn="l">
              <a:lnSpc>
                <a:spcPct val="125000"/>
              </a:lnSpc>
              <a:spcAft>
                <a:spcPts val="0"/>
              </a:spcAft>
              <a:buFontTx/>
              <a:buNone/>
              <a:defRPr sz="2400">
                <a:solidFill>
                  <a:schemeClr val="tx1"/>
                </a:solidFill>
                <a:latin typeface="+mj-ea"/>
                <a:ea typeface="+mj-ea"/>
              </a:defRPr>
            </a:lvl2pPr>
            <a:lvl3pPr marL="914400" indent="0" algn="l">
              <a:lnSpc>
                <a:spcPct val="125000"/>
              </a:lnSpc>
              <a:spcAft>
                <a:spcPts val="0"/>
              </a:spcAft>
              <a:buFontTx/>
              <a:buNone/>
              <a:defRPr sz="2400">
                <a:solidFill>
                  <a:schemeClr val="tx1"/>
                </a:solidFill>
                <a:latin typeface="+mj-ea"/>
                <a:ea typeface="+mj-ea"/>
              </a:defRPr>
            </a:lvl3pPr>
            <a:lvl4pPr marL="1371600" indent="0" algn="l">
              <a:lnSpc>
                <a:spcPct val="125000"/>
              </a:lnSpc>
              <a:spcAft>
                <a:spcPts val="0"/>
              </a:spcAft>
              <a:buFontTx/>
              <a:buNone/>
              <a:defRPr sz="2400">
                <a:solidFill>
                  <a:schemeClr val="tx1"/>
                </a:solidFill>
                <a:latin typeface="+mj-ea"/>
                <a:ea typeface="+mj-ea"/>
              </a:defRPr>
            </a:lvl4pPr>
            <a:lvl5pPr marL="1828800" indent="0" algn="l">
              <a:lnSpc>
                <a:spcPct val="125000"/>
              </a:lnSpc>
              <a:spcAft>
                <a:spcPts val="0"/>
              </a:spcAft>
              <a:buFontTx/>
              <a:buNone/>
              <a:defRPr sz="2400">
                <a:solidFill>
                  <a:schemeClr val="tx1"/>
                </a:solidFill>
                <a:latin typeface="+mj-ea"/>
                <a:ea typeface="+mj-ea"/>
              </a:defRPr>
            </a:lvl5pPr>
          </a:lstStyle>
          <a:p>
            <a:pPr lvl="0"/>
            <a:r>
              <a:rPr lang="zh-CN" altLang="en-US" dirty="0"/>
              <a:t>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文本占位符 11"/>
          <p:cNvSpPr>
            <a:spLocks noGrp="1"/>
          </p:cNvSpPr>
          <p:nvPr>
            <p:ph type="body" sz="quarter" idx="13" hasCustomPrompt="1"/>
          </p:nvPr>
        </p:nvSpPr>
        <p:spPr>
          <a:xfrm>
            <a:off x="398163" y="485857"/>
            <a:ext cx="958198" cy="776288"/>
          </a:xfrm>
          <a:prstGeom prst="rect">
            <a:avLst/>
          </a:prstGeom>
          <a:noFill/>
        </p:spPr>
        <p:txBody>
          <a:bodyPr anchor="t"/>
          <a:lstStyle>
            <a:lvl1pPr marL="0" indent="0" algn="l" defTabSz="914400" rtl="0" eaLnBrk="1" latinLnBrk="0" hangingPunct="1">
              <a:lnSpc>
                <a:spcPct val="125000"/>
              </a:lnSpc>
              <a:buClr>
                <a:srgbClr val="EF9109"/>
              </a:buClr>
              <a:buFontTx/>
              <a:buNone/>
              <a:defRPr lang="zh-CN" altLang="en-US" b="1" i="0" smtClean="0">
                <a:solidFill>
                  <a:schemeClr val="accent2"/>
                </a:solidFill>
                <a:effectLst/>
                <a:latin typeface="+mj-ea"/>
                <a:ea typeface="+mj-ea"/>
              </a:defRPr>
            </a:lvl1pPr>
            <a:lvl2pPr marL="0" indent="0" algn="ctr" defTabSz="914400" rtl="0" eaLnBrk="1" latinLnBrk="0" hangingPunct="1">
              <a:buFontTx/>
              <a:buNone/>
              <a:defRPr lang="zh-CN" altLang="en-US" sz="2800" b="1" kern="1200" dirty="0" smtClean="0">
                <a:solidFill>
                  <a:schemeClr val="tx1">
                    <a:lumMod val="75000"/>
                    <a:lumOff val="25000"/>
                  </a:schemeClr>
                </a:solidFill>
                <a:latin typeface="+mj-ea"/>
                <a:ea typeface="+mj-ea"/>
                <a:cs typeface="+mn-cs"/>
              </a:defRPr>
            </a:lvl2pPr>
            <a:lvl3pPr marL="0" indent="0" algn="ctr" defTabSz="914400" rtl="0" eaLnBrk="1" latinLnBrk="0" hangingPunct="1">
              <a:buFontTx/>
              <a:buNone/>
              <a:defRPr lang="zh-CN" altLang="en-US" sz="2800" b="1" kern="1200" dirty="0" smtClean="0">
                <a:solidFill>
                  <a:schemeClr val="tx1">
                    <a:lumMod val="75000"/>
                    <a:lumOff val="25000"/>
                  </a:schemeClr>
                </a:solidFill>
                <a:latin typeface="+mj-ea"/>
                <a:ea typeface="+mj-ea"/>
                <a:cs typeface="+mn-cs"/>
              </a:defRPr>
            </a:lvl3pPr>
            <a:lvl4pPr marL="0" indent="0" algn="ctr" defTabSz="914400" rtl="0" eaLnBrk="1" latinLnBrk="0" hangingPunct="1">
              <a:buFontTx/>
              <a:buNone/>
              <a:defRPr lang="zh-CN" altLang="en-US" sz="2800" b="1" kern="1200" dirty="0" smtClean="0">
                <a:solidFill>
                  <a:schemeClr val="tx1">
                    <a:lumMod val="75000"/>
                    <a:lumOff val="25000"/>
                  </a:schemeClr>
                </a:solidFill>
                <a:latin typeface="+mj-ea"/>
                <a:ea typeface="+mj-ea"/>
                <a:cs typeface="+mn-cs"/>
              </a:defRPr>
            </a:lvl4pPr>
            <a:lvl5pPr marL="0" indent="0" algn="ctr" defTabSz="914400" rtl="0" eaLnBrk="1" latinLnBrk="0" hangingPunct="1">
              <a:buFontTx/>
              <a:buNone/>
              <a:defRPr lang="zh-CN" altLang="en-US" sz="2800" b="1" kern="1200" dirty="0">
                <a:solidFill>
                  <a:schemeClr val="tx1">
                    <a:lumMod val="75000"/>
                    <a:lumOff val="25000"/>
                  </a:schemeClr>
                </a:solidFill>
                <a:latin typeface="+mj-ea"/>
                <a:ea typeface="+mj-ea"/>
                <a:cs typeface="+mn-cs"/>
              </a:defRPr>
            </a:lvl5pPr>
          </a:lstStyle>
          <a:p>
            <a:pPr lvl="0"/>
            <a:r>
              <a:rPr lang="zh-CN" altLang="en-US" dirty="0"/>
              <a:t>例</a:t>
            </a:r>
            <a:r>
              <a:rPr lang="en-US" altLang="zh-CN" dirty="0"/>
              <a:t>1.</a:t>
            </a:r>
            <a:endParaRPr lang="zh-CN" altLang="en-US" dirty="0"/>
          </a:p>
        </p:txBody>
      </p:sp>
      <p:sp>
        <p:nvSpPr>
          <p:cNvPr id="5" name="文本占位符 11"/>
          <p:cNvSpPr>
            <a:spLocks noGrp="1"/>
          </p:cNvSpPr>
          <p:nvPr>
            <p:ph type="body" sz="quarter" idx="14" hasCustomPrompt="1"/>
          </p:nvPr>
        </p:nvSpPr>
        <p:spPr>
          <a:xfrm>
            <a:off x="398163" y="2048721"/>
            <a:ext cx="958198" cy="776288"/>
          </a:xfrm>
          <a:prstGeom prst="rect">
            <a:avLst/>
          </a:prstGeom>
          <a:noFill/>
        </p:spPr>
        <p:txBody>
          <a:bodyPr anchor="t">
            <a:normAutofit/>
          </a:bodyPr>
          <a:lstStyle>
            <a:lvl1pPr marL="0" indent="0" algn="l" defTabSz="914400" rtl="0" eaLnBrk="1" latinLnBrk="0" hangingPunct="1">
              <a:lnSpc>
                <a:spcPct val="125000"/>
              </a:lnSpc>
              <a:buClr>
                <a:srgbClr val="EF9109"/>
              </a:buClr>
              <a:buFontTx/>
              <a:buNone/>
              <a:defRPr lang="zh-CN" altLang="en-US" sz="2800" b="1" i="0" smtClean="0">
                <a:solidFill>
                  <a:schemeClr val="tx1"/>
                </a:solidFill>
                <a:effectLst/>
                <a:latin typeface="+mj-ea"/>
                <a:ea typeface="+mj-ea"/>
              </a:defRPr>
            </a:lvl1pPr>
            <a:lvl2pPr marL="0" indent="0" algn="ctr" defTabSz="914400" rtl="0" eaLnBrk="1" latinLnBrk="0" hangingPunct="1">
              <a:buFontTx/>
              <a:buNone/>
              <a:defRPr lang="zh-CN" altLang="en-US" sz="2800" b="1" kern="1200" dirty="0" smtClean="0">
                <a:solidFill>
                  <a:schemeClr val="tx1">
                    <a:lumMod val="75000"/>
                    <a:lumOff val="25000"/>
                  </a:schemeClr>
                </a:solidFill>
                <a:latin typeface="+mj-ea"/>
                <a:ea typeface="+mj-ea"/>
                <a:cs typeface="+mn-cs"/>
              </a:defRPr>
            </a:lvl2pPr>
            <a:lvl3pPr marL="0" indent="0" algn="ctr" defTabSz="914400" rtl="0" eaLnBrk="1" latinLnBrk="0" hangingPunct="1">
              <a:buFontTx/>
              <a:buNone/>
              <a:defRPr lang="zh-CN" altLang="en-US" sz="2800" b="1" kern="1200" dirty="0" smtClean="0">
                <a:solidFill>
                  <a:schemeClr val="tx1">
                    <a:lumMod val="75000"/>
                    <a:lumOff val="25000"/>
                  </a:schemeClr>
                </a:solidFill>
                <a:latin typeface="+mj-ea"/>
                <a:ea typeface="+mj-ea"/>
                <a:cs typeface="+mn-cs"/>
              </a:defRPr>
            </a:lvl3pPr>
            <a:lvl4pPr marL="0" indent="0" algn="ctr" defTabSz="914400" rtl="0" eaLnBrk="1" latinLnBrk="0" hangingPunct="1">
              <a:buFontTx/>
              <a:buNone/>
              <a:defRPr lang="zh-CN" altLang="en-US" sz="2800" b="1" kern="1200" dirty="0" smtClean="0">
                <a:solidFill>
                  <a:schemeClr val="tx1">
                    <a:lumMod val="75000"/>
                    <a:lumOff val="25000"/>
                  </a:schemeClr>
                </a:solidFill>
                <a:latin typeface="+mj-ea"/>
                <a:ea typeface="+mj-ea"/>
                <a:cs typeface="+mn-cs"/>
              </a:defRPr>
            </a:lvl4pPr>
            <a:lvl5pPr marL="0" indent="0" algn="ctr" defTabSz="914400" rtl="0" eaLnBrk="1" latinLnBrk="0" hangingPunct="1">
              <a:buFontTx/>
              <a:buNone/>
              <a:defRPr lang="zh-CN" altLang="en-US" sz="2800" b="1" kern="1200" dirty="0">
                <a:solidFill>
                  <a:schemeClr val="tx1">
                    <a:lumMod val="75000"/>
                    <a:lumOff val="25000"/>
                  </a:schemeClr>
                </a:solidFill>
                <a:latin typeface="+mj-ea"/>
                <a:ea typeface="+mj-ea"/>
                <a:cs typeface="+mn-cs"/>
              </a:defRPr>
            </a:lvl5pPr>
          </a:lstStyle>
          <a:p>
            <a:pPr lvl="0"/>
            <a:r>
              <a:rPr lang="zh-CN" altLang="en-US" dirty="0"/>
              <a:t>解</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小结页">
    <p:spTree>
      <p:nvGrpSpPr>
        <p:cNvPr id="1" name=""/>
        <p:cNvGrpSpPr/>
        <p:nvPr/>
      </p:nvGrpSpPr>
      <p:grpSpPr>
        <a:xfrm>
          <a:off x="0" y="0"/>
          <a:ext cx="0" cy="0"/>
          <a:chOff x="0" y="0"/>
          <a:chExt cx="0" cy="0"/>
        </a:xfrm>
      </p:grpSpPr>
      <p:sp>
        <p:nvSpPr>
          <p:cNvPr id="3" name="矩形 2"/>
          <p:cNvSpPr/>
          <p:nvPr userDrawn="1"/>
        </p:nvSpPr>
        <p:spPr>
          <a:xfrm>
            <a:off x="0" y="1763357"/>
            <a:ext cx="12192000" cy="4355542"/>
          </a:xfrm>
          <a:prstGeom prst="rect">
            <a:avLst/>
          </a:prstGeom>
          <a:solidFill>
            <a:srgbClr val="0157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3" name="内容占位符 2"/>
          <p:cNvSpPr>
            <a:spLocks noGrp="1"/>
          </p:cNvSpPr>
          <p:nvPr>
            <p:ph sz="half" idx="1"/>
          </p:nvPr>
        </p:nvSpPr>
        <p:spPr>
          <a:xfrm>
            <a:off x="1669143" y="1763357"/>
            <a:ext cx="7109097" cy="4355542"/>
          </a:xfrm>
          <a:prstGeom prst="rect">
            <a:avLst/>
          </a:prstGeom>
          <a:noFill/>
          <a:effectLst/>
        </p:spPr>
        <p:txBody>
          <a:bodyPr lIns="46800" rIns="46800" bIns="46800" anchor="ctr">
            <a:normAutofit/>
          </a:bodyPr>
          <a:lstStyle>
            <a:lvl1pPr marL="0" indent="0">
              <a:lnSpc>
                <a:spcPct val="125000"/>
              </a:lnSpc>
              <a:spcAft>
                <a:spcPts val="1000"/>
              </a:spcAft>
              <a:buFontTx/>
              <a:buNone/>
              <a:defRPr sz="2800">
                <a:solidFill>
                  <a:schemeClr val="bg1"/>
                </a:solidFill>
                <a:latin typeface="微软雅黑" panose="020B0503020204020204" pitchFamily="34" charset="-122"/>
                <a:ea typeface="微软雅黑" panose="020B0503020204020204" pitchFamily="34" charset="-122"/>
              </a:defRPr>
            </a:lvl1pPr>
            <a:lvl2pPr marL="457200" indent="0">
              <a:lnSpc>
                <a:spcPct val="125000"/>
              </a:lnSpc>
              <a:spcAft>
                <a:spcPts val="1000"/>
              </a:spcAft>
              <a:buFontTx/>
              <a:buNone/>
              <a:defRPr sz="2400">
                <a:solidFill>
                  <a:schemeClr val="bg1"/>
                </a:solidFill>
                <a:latin typeface="微软雅黑" panose="020B0503020204020204" pitchFamily="34" charset="-122"/>
                <a:ea typeface="微软雅黑" panose="020B0503020204020204" pitchFamily="34" charset="-122"/>
              </a:defRPr>
            </a:lvl2pPr>
            <a:lvl3pPr marL="914400" indent="0">
              <a:lnSpc>
                <a:spcPct val="125000"/>
              </a:lnSpc>
              <a:spcAft>
                <a:spcPts val="1000"/>
              </a:spcAft>
              <a:buFontTx/>
              <a:buNone/>
              <a:defRPr sz="2000">
                <a:solidFill>
                  <a:schemeClr val="bg1"/>
                </a:solidFill>
                <a:latin typeface="微软雅黑" panose="020B0503020204020204" pitchFamily="34" charset="-122"/>
                <a:ea typeface="微软雅黑" panose="020B0503020204020204" pitchFamily="34" charset="-122"/>
              </a:defRPr>
            </a:lvl3pPr>
            <a:lvl4pPr marL="1371600" indent="0">
              <a:lnSpc>
                <a:spcPct val="125000"/>
              </a:lnSpc>
              <a:spcAft>
                <a:spcPts val="1000"/>
              </a:spcAft>
              <a:buFontTx/>
              <a:buNone/>
              <a:defRPr sz="2000">
                <a:solidFill>
                  <a:schemeClr val="bg1"/>
                </a:solidFill>
                <a:latin typeface="微软雅黑" panose="020B0503020204020204" pitchFamily="34" charset="-122"/>
                <a:ea typeface="微软雅黑" panose="020B0503020204020204" pitchFamily="34" charset="-122"/>
              </a:defRPr>
            </a:lvl4pPr>
            <a:lvl5pPr marL="1828800" indent="0">
              <a:lnSpc>
                <a:spcPct val="125000"/>
              </a:lnSpc>
              <a:spcAft>
                <a:spcPts val="1000"/>
              </a:spcAft>
              <a:buFontTx/>
              <a:buNone/>
              <a:defRPr sz="2000">
                <a:solidFill>
                  <a:schemeClr val="bg1"/>
                </a:solidFill>
                <a:latin typeface="微软雅黑" panose="020B0503020204020204" pitchFamily="34" charset="-122"/>
                <a:ea typeface="微软雅黑" panose="020B0503020204020204" pitchFamily="34" charset="-122"/>
              </a:defRPr>
            </a:lvl5pPr>
          </a:lstStyle>
          <a:p>
            <a:pPr lvl="0"/>
            <a:r>
              <a:rPr kumimoji="1" lang="zh-CN" altLang="en-US" dirty="0"/>
              <a:t>单击此处编辑母版文本样式</a:t>
            </a:r>
          </a:p>
          <a:p>
            <a:pPr lvl="1"/>
            <a:r>
              <a:rPr kumimoji="1" lang="zh-CN" altLang="en-US" dirty="0"/>
              <a:t>二级</a:t>
            </a:r>
          </a:p>
          <a:p>
            <a:pPr lvl="2"/>
            <a:r>
              <a:rPr kumimoji="1" lang="zh-CN" altLang="en-US" dirty="0"/>
              <a:t>三级</a:t>
            </a:r>
          </a:p>
          <a:p>
            <a:pPr lvl="3"/>
            <a:r>
              <a:rPr kumimoji="1" lang="zh-CN" altLang="en-US" dirty="0"/>
              <a:t>四级</a:t>
            </a:r>
          </a:p>
          <a:p>
            <a:pPr lvl="4"/>
            <a:r>
              <a:rPr kumimoji="1" lang="zh-CN" altLang="en-US" dirty="0"/>
              <a:t>五级</a:t>
            </a:r>
          </a:p>
        </p:txBody>
      </p:sp>
      <p:sp>
        <p:nvSpPr>
          <p:cNvPr id="15" name="标题 1"/>
          <p:cNvSpPr>
            <a:spLocks noGrp="1"/>
          </p:cNvSpPr>
          <p:nvPr>
            <p:ph type="ctrTitle" hasCustomPrompt="1"/>
          </p:nvPr>
        </p:nvSpPr>
        <p:spPr>
          <a:xfrm>
            <a:off x="717630" y="422992"/>
            <a:ext cx="2002420" cy="995715"/>
          </a:xfrm>
          <a:prstGeom prst="rect">
            <a:avLst/>
          </a:prstGeom>
          <a:effectLst/>
        </p:spPr>
        <p:txBody>
          <a:bodyPr anchor="ctr">
            <a:noAutofit/>
          </a:bodyPr>
          <a:lstStyle>
            <a:lvl1pPr algn="ctr">
              <a:lnSpc>
                <a:spcPct val="125000"/>
              </a:lnSpc>
              <a:defRPr sz="3600" b="1" spc="0" baseline="0">
                <a:solidFill>
                  <a:srgbClr val="0157A8"/>
                </a:solidFill>
                <a:latin typeface="+mj-ea"/>
                <a:ea typeface="+mj-ea"/>
              </a:defRPr>
            </a:lvl1pPr>
          </a:lstStyle>
          <a:p>
            <a:r>
              <a:rPr kumimoji="1" lang="zh-CN" altLang="en-US" dirty="0"/>
              <a:t>小结</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小结页">
    <p:spTree>
      <p:nvGrpSpPr>
        <p:cNvPr id="1" name=""/>
        <p:cNvGrpSpPr/>
        <p:nvPr/>
      </p:nvGrpSpPr>
      <p:grpSpPr>
        <a:xfrm>
          <a:off x="0" y="0"/>
          <a:ext cx="0" cy="0"/>
          <a:chOff x="0" y="0"/>
          <a:chExt cx="0" cy="0"/>
        </a:xfrm>
      </p:grpSpPr>
      <p:sp>
        <p:nvSpPr>
          <p:cNvPr id="2" name="矩形 1"/>
          <p:cNvSpPr/>
          <p:nvPr userDrawn="1"/>
        </p:nvSpPr>
        <p:spPr>
          <a:xfrm>
            <a:off x="0" y="0"/>
            <a:ext cx="12192000" cy="2889956"/>
          </a:xfrm>
          <a:prstGeom prst="rect">
            <a:avLst/>
          </a:prstGeom>
          <a:solidFill>
            <a:srgbClr val="0157A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15" name="标题 1"/>
          <p:cNvSpPr>
            <a:spLocks noGrp="1"/>
          </p:cNvSpPr>
          <p:nvPr>
            <p:ph type="ctrTitle" hasCustomPrompt="1"/>
          </p:nvPr>
        </p:nvSpPr>
        <p:spPr>
          <a:xfrm>
            <a:off x="478414" y="934702"/>
            <a:ext cx="2654528" cy="995715"/>
          </a:xfrm>
          <a:prstGeom prst="rect">
            <a:avLst/>
          </a:prstGeom>
          <a:effectLst/>
        </p:spPr>
        <p:txBody>
          <a:bodyPr anchor="ctr">
            <a:noAutofit/>
          </a:bodyPr>
          <a:lstStyle>
            <a:lvl1pPr algn="ctr">
              <a:lnSpc>
                <a:spcPct val="125000"/>
              </a:lnSpc>
              <a:defRPr sz="4800" b="1" spc="400" baseline="0">
                <a:solidFill>
                  <a:schemeClr val="bg1"/>
                </a:solidFill>
                <a:latin typeface="+mj-ea"/>
                <a:ea typeface="+mj-ea"/>
              </a:defRPr>
            </a:lvl1pPr>
          </a:lstStyle>
          <a:p>
            <a:r>
              <a:rPr kumimoji="1" lang="zh-CN" altLang="en-US" dirty="0"/>
              <a:t>思考题</a:t>
            </a:r>
          </a:p>
        </p:txBody>
      </p:sp>
      <p:sp>
        <p:nvSpPr>
          <p:cNvPr id="7" name="内容占位符 2"/>
          <p:cNvSpPr>
            <a:spLocks noGrp="1"/>
          </p:cNvSpPr>
          <p:nvPr>
            <p:ph sz="half" idx="1" hasCustomPrompt="1"/>
          </p:nvPr>
        </p:nvSpPr>
        <p:spPr>
          <a:xfrm>
            <a:off x="3611357" y="464457"/>
            <a:ext cx="8102230" cy="2032000"/>
          </a:xfrm>
          <a:prstGeom prst="rect">
            <a:avLst/>
          </a:prstGeom>
          <a:noFill/>
          <a:effectLst>
            <a:outerShdw blurRad="12700" dist="38100" dir="2700000" algn="tl" rotWithShape="0">
              <a:prstClr val="black">
                <a:alpha val="70000"/>
              </a:prstClr>
            </a:outerShdw>
          </a:effectLst>
        </p:spPr>
        <p:txBody>
          <a:bodyPr vert="horz" lIns="46800" tIns="46800" rIns="46800" bIns="46800" rtlCol="0" anchor="ctr">
            <a:normAutofit/>
          </a:bodyPr>
          <a:lstStyle>
            <a:lvl1pPr algn="l">
              <a:defRPr kumimoji="1" lang="zh-CN" altLang="en-US" sz="2800" dirty="0">
                <a:solidFill>
                  <a:schemeClr val="bg1"/>
                </a:solidFill>
                <a:latin typeface="微软雅黑" panose="020B0503020204020204" pitchFamily="34" charset="-122"/>
                <a:ea typeface="微软雅黑" panose="020B0503020204020204" pitchFamily="34" charset="-122"/>
              </a:defRPr>
            </a:lvl1pPr>
          </a:lstStyle>
          <a:p>
            <a:pPr lvl="0">
              <a:lnSpc>
                <a:spcPct val="125000"/>
              </a:lnSpc>
            </a:pPr>
            <a:r>
              <a:rPr kumimoji="1" lang="zh-CN" altLang="en-US" dirty="0"/>
              <a:t>单击此处编辑思考题内容</a:t>
            </a:r>
          </a:p>
        </p:txBody>
      </p:sp>
      <p:sp>
        <p:nvSpPr>
          <p:cNvPr id="8" name="内容占位符 2"/>
          <p:cNvSpPr>
            <a:spLocks noGrp="1"/>
          </p:cNvSpPr>
          <p:nvPr>
            <p:ph sz="half" idx="10" hasCustomPrompt="1"/>
          </p:nvPr>
        </p:nvSpPr>
        <p:spPr>
          <a:xfrm>
            <a:off x="1333980" y="3225800"/>
            <a:ext cx="10379606" cy="3442939"/>
          </a:xfrm>
          <a:prstGeom prst="rect">
            <a:avLst/>
          </a:prstGeom>
          <a:noFill/>
          <a:effectLst/>
        </p:spPr>
        <p:txBody>
          <a:bodyPr vert="horz" lIns="46800" tIns="46800" rIns="46800" bIns="45720" rtlCol="0" anchor="t">
            <a:normAutofit/>
          </a:bodyPr>
          <a:lstStyle>
            <a:lvl1pPr>
              <a:defRPr kumimoji="1" lang="zh-CN" altLang="en-US" sz="2400" dirty="0">
                <a:solidFill>
                  <a:schemeClr val="tx1">
                    <a:lumMod val="95000"/>
                    <a:lumOff val="5000"/>
                  </a:schemeClr>
                </a:solidFill>
                <a:latin typeface="微软雅黑" panose="020B0503020204020204" pitchFamily="34" charset="-122"/>
                <a:ea typeface="微软雅黑" panose="020B0503020204020204" pitchFamily="34" charset="-122"/>
              </a:defRPr>
            </a:lvl1pPr>
          </a:lstStyle>
          <a:p>
            <a:pPr lvl="0">
              <a:lnSpc>
                <a:spcPct val="125000"/>
              </a:lnSpc>
            </a:pPr>
            <a:r>
              <a:rPr kumimoji="1" lang="zh-CN" altLang="en-US" dirty="0"/>
              <a:t>单击此处编辑提示的关键字</a:t>
            </a:r>
            <a:r>
              <a:rPr kumimoji="1" lang="en-US" altLang="zh-CN" dirty="0"/>
              <a:t>/</a:t>
            </a:r>
            <a:r>
              <a:rPr kumimoji="1" lang="zh-CN" altLang="en-US" dirty="0"/>
              <a:t>答案 文本样式</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再见">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标题占位符 1"/>
          <p:cNvSpPr>
            <a:spLocks noGrp="1"/>
          </p:cNvSpPr>
          <p:nvPr userDrawn="1">
            <p:ph type="title" hasCustomPrompt="1"/>
          </p:nvPr>
        </p:nvSpPr>
        <p:spPr>
          <a:xfrm>
            <a:off x="2335656" y="2766218"/>
            <a:ext cx="7520689" cy="1325563"/>
          </a:xfrm>
          <a:prstGeom prst="rect">
            <a:avLst/>
          </a:prstGeom>
          <a:effectLst>
            <a:outerShdw dist="50800" dir="2700000" algn="tl" rotWithShape="0">
              <a:schemeClr val="tx1"/>
            </a:outerShdw>
          </a:effectLst>
        </p:spPr>
        <p:txBody>
          <a:bodyPr vert="horz" lIns="91440" tIns="45720" rIns="91440" bIns="45720" rtlCol="0" anchor="ctr">
            <a:normAutofit/>
          </a:bodyPr>
          <a:lstStyle>
            <a:lvl1pPr algn="ctr">
              <a:defRPr sz="6000" b="1" spc="400" baseline="0">
                <a:solidFill>
                  <a:schemeClr val="bg1"/>
                </a:solidFill>
                <a:latin typeface="+mj-ea"/>
                <a:ea typeface="+mj-ea"/>
              </a:defRPr>
            </a:lvl1pPr>
          </a:lstStyle>
          <a:p>
            <a:r>
              <a:rPr kumimoji="1" lang="zh-CN" altLang="en-US" dirty="0"/>
              <a:t>单击此处编辑</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838200" y="365125"/>
            <a:ext cx="10515600" cy="1325563"/>
          </a:xfrm>
          <a:prstGeom prst="rect">
            <a:avLst/>
          </a:prstGeom>
        </p:spPr>
        <p:txBody>
          <a:bodyPr/>
          <a:lstStyle/>
          <a:p>
            <a:r>
              <a:rPr lang="zh-CN" altLang="en-US"/>
              <a:t>单击此处编辑母版标题样式</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mc:AlternateContent xmlns:mc="http://schemas.openxmlformats.org/markup-compatibility/2006" xmlns:p14="http://schemas.microsoft.com/office/powerpoint/2010/main">
    <mc:Choice Requires="p14">
      <p:transition p14:dur="10"/>
    </mc:Choice>
    <mc:Fallback xmlns="">
      <p:transition/>
    </mc:Fallback>
  </mc:AlternateContent>
  <p:txStyles>
    <p:titleStyle>
      <a:lvl1pPr algn="l" defTabSz="914400" rtl="0" eaLnBrk="1" latinLnBrk="0" hangingPunct="1">
        <a:lnSpc>
          <a:spcPct val="90000"/>
        </a:lnSpc>
        <a:spcBef>
          <a:spcPct val="0"/>
        </a:spcBef>
        <a:buNone/>
        <a:defRPr sz="4400" kern="1200">
          <a:solidFill>
            <a:srgbClr val="373763"/>
          </a:solidFill>
          <a:latin typeface="+mj-lt"/>
          <a:ea typeface="+mj-ea"/>
          <a:cs typeface="+mj-cs"/>
        </a:defRPr>
      </a:lvl1pPr>
    </p:titleStyle>
    <p:bodyStyle>
      <a:lvl1pPr marL="0" indent="0" algn="l" defTabSz="914400" rtl="0" eaLnBrk="1" latinLnBrk="0" hangingPunct="1">
        <a:lnSpc>
          <a:spcPct val="120000"/>
        </a:lnSpc>
        <a:spcBef>
          <a:spcPts val="1000"/>
        </a:spcBef>
        <a:spcAft>
          <a:spcPts val="1000"/>
        </a:spcAft>
        <a:buFontTx/>
        <a:buNone/>
        <a:defRPr sz="2800" kern="1200">
          <a:solidFill>
            <a:srgbClr val="373763"/>
          </a:solidFill>
          <a:latin typeface="+mj-ea"/>
          <a:ea typeface="+mj-ea"/>
          <a:cs typeface="+mn-cs"/>
        </a:defRPr>
      </a:lvl1pPr>
      <a:lvl2pPr marL="457200" indent="0" algn="l" defTabSz="914400" rtl="0" eaLnBrk="1" latinLnBrk="0" hangingPunct="1">
        <a:lnSpc>
          <a:spcPct val="120000"/>
        </a:lnSpc>
        <a:spcBef>
          <a:spcPts val="500"/>
        </a:spcBef>
        <a:spcAft>
          <a:spcPts val="1000"/>
        </a:spcAft>
        <a:buFontTx/>
        <a:buNone/>
        <a:defRPr sz="2400" kern="1200">
          <a:solidFill>
            <a:srgbClr val="373763"/>
          </a:solidFill>
          <a:latin typeface="+mj-ea"/>
          <a:ea typeface="+mj-ea"/>
          <a:cs typeface="+mn-cs"/>
        </a:defRPr>
      </a:lvl2pPr>
      <a:lvl3pPr marL="914400" indent="0" algn="l" defTabSz="914400" rtl="0" eaLnBrk="1" latinLnBrk="0" hangingPunct="1">
        <a:lnSpc>
          <a:spcPct val="120000"/>
        </a:lnSpc>
        <a:spcBef>
          <a:spcPts val="500"/>
        </a:spcBef>
        <a:spcAft>
          <a:spcPts val="1000"/>
        </a:spcAft>
        <a:buFontTx/>
        <a:buNone/>
        <a:defRPr sz="2000" kern="1200">
          <a:solidFill>
            <a:srgbClr val="373763"/>
          </a:solidFill>
          <a:latin typeface="+mj-ea"/>
          <a:ea typeface="+mj-ea"/>
          <a:cs typeface="+mn-cs"/>
        </a:defRPr>
      </a:lvl3pPr>
      <a:lvl4pPr marL="1371600" indent="0" algn="l" defTabSz="914400" rtl="0" eaLnBrk="1" latinLnBrk="0" hangingPunct="1">
        <a:lnSpc>
          <a:spcPct val="120000"/>
        </a:lnSpc>
        <a:spcBef>
          <a:spcPts val="500"/>
        </a:spcBef>
        <a:spcAft>
          <a:spcPts val="1000"/>
        </a:spcAft>
        <a:buFontTx/>
        <a:buNone/>
        <a:defRPr sz="1800" kern="1200">
          <a:solidFill>
            <a:srgbClr val="373763"/>
          </a:solidFill>
          <a:latin typeface="+mj-ea"/>
          <a:ea typeface="+mj-ea"/>
          <a:cs typeface="+mn-cs"/>
        </a:defRPr>
      </a:lvl4pPr>
      <a:lvl5pPr marL="1828800" indent="0" algn="l" defTabSz="914400" rtl="0" eaLnBrk="1" latinLnBrk="0" hangingPunct="1">
        <a:lnSpc>
          <a:spcPct val="120000"/>
        </a:lnSpc>
        <a:spcBef>
          <a:spcPts val="500"/>
        </a:spcBef>
        <a:spcAft>
          <a:spcPts val="1000"/>
        </a:spcAft>
        <a:buFontTx/>
        <a:buNone/>
        <a:defRPr sz="1800" kern="1200">
          <a:solidFill>
            <a:srgbClr val="373763"/>
          </a:solidFill>
          <a:latin typeface="+mj-ea"/>
          <a:ea typeface="+mj-ea"/>
          <a:cs typeface="+mn-cs"/>
        </a:defRPr>
      </a:lvl5pPr>
      <a:lvl6pPr marL="25146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8" Type="http://schemas.openxmlformats.org/officeDocument/2006/relationships/oleObject" Target="../embeddings/oleObject4.bin"/><Relationship Id="rId13" Type="http://schemas.openxmlformats.org/officeDocument/2006/relationships/image" Target="../media/image16.emf"/><Relationship Id="rId3" Type="http://schemas.openxmlformats.org/officeDocument/2006/relationships/image" Target="../media/image11.wmf"/><Relationship Id="rId7" Type="http://schemas.openxmlformats.org/officeDocument/2006/relationships/image" Target="../media/image13.wmf"/><Relationship Id="rId12" Type="http://schemas.openxmlformats.org/officeDocument/2006/relationships/oleObject" Target="../embeddings/oleObject6.bin"/><Relationship Id="rId17" Type="http://schemas.openxmlformats.org/officeDocument/2006/relationships/image" Target="../media/image18.wmf"/><Relationship Id="rId2" Type="http://schemas.openxmlformats.org/officeDocument/2006/relationships/oleObject" Target="../embeddings/oleObject1.bin"/><Relationship Id="rId16" Type="http://schemas.openxmlformats.org/officeDocument/2006/relationships/oleObject" Target="../embeddings/oleObject8.bin"/><Relationship Id="rId1" Type="http://schemas.openxmlformats.org/officeDocument/2006/relationships/slideLayout" Target="../slideLayouts/slideLayout7.xml"/><Relationship Id="rId6" Type="http://schemas.openxmlformats.org/officeDocument/2006/relationships/oleObject" Target="../embeddings/oleObject3.bin"/><Relationship Id="rId11" Type="http://schemas.openxmlformats.org/officeDocument/2006/relationships/image" Target="../media/image15.wmf"/><Relationship Id="rId5" Type="http://schemas.openxmlformats.org/officeDocument/2006/relationships/image" Target="../media/image12.wmf"/><Relationship Id="rId15" Type="http://schemas.openxmlformats.org/officeDocument/2006/relationships/image" Target="../media/image17.wmf"/><Relationship Id="rId10" Type="http://schemas.openxmlformats.org/officeDocument/2006/relationships/oleObject" Target="../embeddings/oleObject5.bin"/><Relationship Id="rId4" Type="http://schemas.openxmlformats.org/officeDocument/2006/relationships/oleObject" Target="../embeddings/oleObject2.bin"/><Relationship Id="rId9" Type="http://schemas.openxmlformats.org/officeDocument/2006/relationships/image" Target="../media/image14.wmf"/><Relationship Id="rId14" Type="http://schemas.openxmlformats.org/officeDocument/2006/relationships/oleObject" Target="../embeddings/oleObject7.bin"/></Relationships>
</file>

<file path=ppt/slides/_rels/slide3.xml.rels><?xml version="1.0" encoding="UTF-8" standalone="yes"?>
<Relationships xmlns="http://schemas.openxmlformats.org/package/2006/relationships"><Relationship Id="rId8" Type="http://schemas.openxmlformats.org/officeDocument/2006/relationships/oleObject" Target="../embeddings/oleObject12.bin"/><Relationship Id="rId3" Type="http://schemas.openxmlformats.org/officeDocument/2006/relationships/image" Target="../media/image19.wmf"/><Relationship Id="rId7" Type="http://schemas.openxmlformats.org/officeDocument/2006/relationships/image" Target="../media/image21.wmf"/><Relationship Id="rId2" Type="http://schemas.openxmlformats.org/officeDocument/2006/relationships/oleObject" Target="../embeddings/oleObject9.bin"/><Relationship Id="rId1" Type="http://schemas.openxmlformats.org/officeDocument/2006/relationships/slideLayout" Target="../slideLayouts/slideLayout7.xml"/><Relationship Id="rId6" Type="http://schemas.openxmlformats.org/officeDocument/2006/relationships/oleObject" Target="../embeddings/oleObject11.bin"/><Relationship Id="rId11" Type="http://schemas.openxmlformats.org/officeDocument/2006/relationships/image" Target="../media/image23.wmf"/><Relationship Id="rId5" Type="http://schemas.openxmlformats.org/officeDocument/2006/relationships/image" Target="../media/image20.wmf"/><Relationship Id="rId10" Type="http://schemas.openxmlformats.org/officeDocument/2006/relationships/oleObject" Target="../embeddings/oleObject13.bin"/><Relationship Id="rId4" Type="http://schemas.openxmlformats.org/officeDocument/2006/relationships/oleObject" Target="../embeddings/oleObject10.bin"/><Relationship Id="rId9" Type="http://schemas.openxmlformats.org/officeDocument/2006/relationships/image" Target="../media/image22.wmf"/></Relationships>
</file>

<file path=ppt/slides/_rels/slide4.xml.rels><?xml version="1.0" encoding="UTF-8" standalone="yes"?>
<Relationships xmlns="http://schemas.openxmlformats.org/package/2006/relationships"><Relationship Id="rId3" Type="http://schemas.openxmlformats.org/officeDocument/2006/relationships/image" Target="../media/image24.wmf"/><Relationship Id="rId2" Type="http://schemas.openxmlformats.org/officeDocument/2006/relationships/oleObject" Target="../embeddings/oleObject14.bin"/><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8" Type="http://schemas.openxmlformats.org/officeDocument/2006/relationships/image" Target="../media/image27.wmf"/><Relationship Id="rId3" Type="http://schemas.openxmlformats.org/officeDocument/2006/relationships/oleObject" Target="../embeddings/oleObject15.bin"/><Relationship Id="rId7" Type="http://schemas.openxmlformats.org/officeDocument/2006/relationships/oleObject" Target="../embeddings/oleObject17.bin"/><Relationship Id="rId12" Type="http://schemas.openxmlformats.org/officeDocument/2006/relationships/image" Target="../media/image29.emf"/><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image" Target="../media/image26.wmf"/><Relationship Id="rId11" Type="http://schemas.openxmlformats.org/officeDocument/2006/relationships/oleObject" Target="../embeddings/oleObject19.bin"/><Relationship Id="rId5" Type="http://schemas.openxmlformats.org/officeDocument/2006/relationships/oleObject" Target="../embeddings/oleObject16.bin"/><Relationship Id="rId10" Type="http://schemas.openxmlformats.org/officeDocument/2006/relationships/image" Target="../media/image28.wmf"/><Relationship Id="rId4" Type="http://schemas.openxmlformats.org/officeDocument/2006/relationships/image" Target="../media/image25.emf"/><Relationship Id="rId9" Type="http://schemas.openxmlformats.org/officeDocument/2006/relationships/oleObject" Target="../embeddings/oleObject18.bin"/></Relationships>
</file>

<file path=ppt/slides/_rels/slide6.xml.rels><?xml version="1.0" encoding="UTF-8" standalone="yes"?>
<Relationships xmlns="http://schemas.openxmlformats.org/package/2006/relationships"><Relationship Id="rId8" Type="http://schemas.openxmlformats.org/officeDocument/2006/relationships/oleObject" Target="../embeddings/oleObject23.bin"/><Relationship Id="rId13" Type="http://schemas.openxmlformats.org/officeDocument/2006/relationships/image" Target="../media/image35.wmf"/><Relationship Id="rId18" Type="http://schemas.openxmlformats.org/officeDocument/2006/relationships/oleObject" Target="../embeddings/oleObject28.bin"/><Relationship Id="rId3" Type="http://schemas.openxmlformats.org/officeDocument/2006/relationships/image" Target="../media/image30.emf"/><Relationship Id="rId21" Type="http://schemas.openxmlformats.org/officeDocument/2006/relationships/image" Target="../media/image39.emf"/><Relationship Id="rId7" Type="http://schemas.openxmlformats.org/officeDocument/2006/relationships/image" Target="../media/image32.wmf"/><Relationship Id="rId12" Type="http://schemas.openxmlformats.org/officeDocument/2006/relationships/oleObject" Target="../embeddings/oleObject25.bin"/><Relationship Id="rId17" Type="http://schemas.openxmlformats.org/officeDocument/2006/relationships/image" Target="../media/image37.wmf"/><Relationship Id="rId2" Type="http://schemas.openxmlformats.org/officeDocument/2006/relationships/oleObject" Target="../embeddings/oleObject20.bin"/><Relationship Id="rId16" Type="http://schemas.openxmlformats.org/officeDocument/2006/relationships/oleObject" Target="../embeddings/oleObject27.bin"/><Relationship Id="rId20" Type="http://schemas.openxmlformats.org/officeDocument/2006/relationships/oleObject" Target="../embeddings/oleObject29.bin"/><Relationship Id="rId1" Type="http://schemas.openxmlformats.org/officeDocument/2006/relationships/slideLayout" Target="../slideLayouts/slideLayout7.xml"/><Relationship Id="rId6" Type="http://schemas.openxmlformats.org/officeDocument/2006/relationships/oleObject" Target="../embeddings/oleObject22.bin"/><Relationship Id="rId11" Type="http://schemas.openxmlformats.org/officeDocument/2006/relationships/image" Target="../media/image34.wmf"/><Relationship Id="rId5" Type="http://schemas.openxmlformats.org/officeDocument/2006/relationships/image" Target="../media/image31.png"/><Relationship Id="rId15" Type="http://schemas.openxmlformats.org/officeDocument/2006/relationships/image" Target="../media/image36.wmf"/><Relationship Id="rId23" Type="http://schemas.openxmlformats.org/officeDocument/2006/relationships/image" Target="../media/image40.emf"/><Relationship Id="rId10" Type="http://schemas.openxmlformats.org/officeDocument/2006/relationships/oleObject" Target="../embeddings/oleObject24.bin"/><Relationship Id="rId19" Type="http://schemas.openxmlformats.org/officeDocument/2006/relationships/image" Target="../media/image38.png"/><Relationship Id="rId4" Type="http://schemas.openxmlformats.org/officeDocument/2006/relationships/oleObject" Target="../embeddings/oleObject21.bin"/><Relationship Id="rId9" Type="http://schemas.openxmlformats.org/officeDocument/2006/relationships/image" Target="../media/image33.wmf"/><Relationship Id="rId14" Type="http://schemas.openxmlformats.org/officeDocument/2006/relationships/oleObject" Target="../embeddings/oleObject26.bin"/><Relationship Id="rId22" Type="http://schemas.openxmlformats.org/officeDocument/2006/relationships/oleObject" Target="../embeddings/oleObject30.bin"/></Relationships>
</file>

<file path=ppt/slides/_rels/slide7.xml.rels><?xml version="1.0" encoding="UTF-8" standalone="yes"?>
<Relationships xmlns="http://schemas.openxmlformats.org/package/2006/relationships"><Relationship Id="rId8" Type="http://schemas.openxmlformats.org/officeDocument/2006/relationships/image" Target="../media/image43.wmf"/><Relationship Id="rId13" Type="http://schemas.openxmlformats.org/officeDocument/2006/relationships/oleObject" Target="../embeddings/oleObject36.bin"/><Relationship Id="rId18" Type="http://schemas.openxmlformats.org/officeDocument/2006/relationships/image" Target="../media/image33.wmf"/><Relationship Id="rId26" Type="http://schemas.openxmlformats.org/officeDocument/2006/relationships/image" Target="../media/image37.wmf"/><Relationship Id="rId3" Type="http://schemas.openxmlformats.org/officeDocument/2006/relationships/oleObject" Target="../embeddings/oleObject31.bin"/><Relationship Id="rId21" Type="http://schemas.openxmlformats.org/officeDocument/2006/relationships/oleObject" Target="../embeddings/oleObject40.bin"/><Relationship Id="rId7" Type="http://schemas.openxmlformats.org/officeDocument/2006/relationships/oleObject" Target="../embeddings/oleObject33.bin"/><Relationship Id="rId12" Type="http://schemas.openxmlformats.org/officeDocument/2006/relationships/image" Target="../media/image45.wmf"/><Relationship Id="rId17" Type="http://schemas.openxmlformats.org/officeDocument/2006/relationships/oleObject" Target="../embeddings/oleObject38.bin"/><Relationship Id="rId25" Type="http://schemas.openxmlformats.org/officeDocument/2006/relationships/oleObject" Target="../embeddings/oleObject42.bin"/><Relationship Id="rId2" Type="http://schemas.openxmlformats.org/officeDocument/2006/relationships/notesSlide" Target="../notesSlides/notesSlide2.xml"/><Relationship Id="rId16" Type="http://schemas.openxmlformats.org/officeDocument/2006/relationships/image" Target="../media/image32.wmf"/><Relationship Id="rId20" Type="http://schemas.openxmlformats.org/officeDocument/2006/relationships/image" Target="../media/image34.wmf"/><Relationship Id="rId29" Type="http://schemas.openxmlformats.org/officeDocument/2006/relationships/oleObject" Target="../embeddings/oleObject44.bin"/><Relationship Id="rId1" Type="http://schemas.openxmlformats.org/officeDocument/2006/relationships/slideLayout" Target="../slideLayouts/slideLayout7.xml"/><Relationship Id="rId6" Type="http://schemas.openxmlformats.org/officeDocument/2006/relationships/image" Target="../media/image42.wmf"/><Relationship Id="rId11" Type="http://schemas.openxmlformats.org/officeDocument/2006/relationships/oleObject" Target="../embeddings/oleObject35.bin"/><Relationship Id="rId24" Type="http://schemas.openxmlformats.org/officeDocument/2006/relationships/image" Target="../media/image36.wmf"/><Relationship Id="rId32" Type="http://schemas.openxmlformats.org/officeDocument/2006/relationships/image" Target="../media/image47.emf"/><Relationship Id="rId5" Type="http://schemas.openxmlformats.org/officeDocument/2006/relationships/oleObject" Target="../embeddings/oleObject32.bin"/><Relationship Id="rId15" Type="http://schemas.openxmlformats.org/officeDocument/2006/relationships/oleObject" Target="../embeddings/oleObject37.bin"/><Relationship Id="rId23" Type="http://schemas.openxmlformats.org/officeDocument/2006/relationships/oleObject" Target="../embeddings/oleObject41.bin"/><Relationship Id="rId28" Type="http://schemas.openxmlformats.org/officeDocument/2006/relationships/image" Target="../media/image38.png"/><Relationship Id="rId10" Type="http://schemas.openxmlformats.org/officeDocument/2006/relationships/image" Target="../media/image44.wmf"/><Relationship Id="rId19" Type="http://schemas.openxmlformats.org/officeDocument/2006/relationships/oleObject" Target="../embeddings/oleObject39.bin"/><Relationship Id="rId31" Type="http://schemas.openxmlformats.org/officeDocument/2006/relationships/oleObject" Target="../embeddings/oleObject45.bin"/><Relationship Id="rId4" Type="http://schemas.openxmlformats.org/officeDocument/2006/relationships/image" Target="../media/image41.wmf"/><Relationship Id="rId9" Type="http://schemas.openxmlformats.org/officeDocument/2006/relationships/oleObject" Target="../embeddings/oleObject34.bin"/><Relationship Id="rId14" Type="http://schemas.openxmlformats.org/officeDocument/2006/relationships/image" Target="../media/image31.png"/><Relationship Id="rId22" Type="http://schemas.openxmlformats.org/officeDocument/2006/relationships/image" Target="../media/image35.wmf"/><Relationship Id="rId27" Type="http://schemas.openxmlformats.org/officeDocument/2006/relationships/oleObject" Target="../embeddings/oleObject43.bin"/><Relationship Id="rId30" Type="http://schemas.openxmlformats.org/officeDocument/2006/relationships/image" Target="../media/image46.emf"/></Relationships>
</file>

<file path=ppt/slides/_rels/slide8.xml.rels><?xml version="1.0" encoding="UTF-8" standalone="yes"?>
<Relationships xmlns="http://schemas.openxmlformats.org/package/2006/relationships"><Relationship Id="rId13" Type="http://schemas.openxmlformats.org/officeDocument/2006/relationships/image" Target="../media/image36.wmf"/><Relationship Id="rId18" Type="http://schemas.openxmlformats.org/officeDocument/2006/relationships/oleObject" Target="../embeddings/oleObject51.bin"/><Relationship Id="rId26" Type="http://schemas.openxmlformats.org/officeDocument/2006/relationships/oleObject" Target="../embeddings/oleObject55.bin"/><Relationship Id="rId3" Type="http://schemas.openxmlformats.org/officeDocument/2006/relationships/image" Target="../media/image31.png"/><Relationship Id="rId21" Type="http://schemas.openxmlformats.org/officeDocument/2006/relationships/image" Target="../media/image47.emf"/><Relationship Id="rId34" Type="http://schemas.openxmlformats.org/officeDocument/2006/relationships/oleObject" Target="../embeddings/oleObject59.bin"/><Relationship Id="rId7" Type="http://schemas.openxmlformats.org/officeDocument/2006/relationships/image" Target="../media/image33.wmf"/><Relationship Id="rId12" Type="http://schemas.openxmlformats.org/officeDocument/2006/relationships/oleObject" Target="../embeddings/oleObject41.bin"/><Relationship Id="rId17" Type="http://schemas.openxmlformats.org/officeDocument/2006/relationships/image" Target="../media/image38.png"/><Relationship Id="rId25" Type="http://schemas.openxmlformats.org/officeDocument/2006/relationships/image" Target="../media/image49.wmf"/><Relationship Id="rId33" Type="http://schemas.openxmlformats.org/officeDocument/2006/relationships/image" Target="../media/image53.wmf"/><Relationship Id="rId2" Type="http://schemas.openxmlformats.org/officeDocument/2006/relationships/oleObject" Target="../embeddings/oleObject46.bin"/><Relationship Id="rId16" Type="http://schemas.openxmlformats.org/officeDocument/2006/relationships/oleObject" Target="../embeddings/oleObject43.bin"/><Relationship Id="rId20" Type="http://schemas.openxmlformats.org/officeDocument/2006/relationships/oleObject" Target="../embeddings/oleObject52.bin"/><Relationship Id="rId29" Type="http://schemas.openxmlformats.org/officeDocument/2006/relationships/image" Target="../media/image51.wmf"/><Relationship Id="rId1" Type="http://schemas.openxmlformats.org/officeDocument/2006/relationships/slideLayout" Target="../slideLayouts/slideLayout7.xml"/><Relationship Id="rId6" Type="http://schemas.openxmlformats.org/officeDocument/2006/relationships/oleObject" Target="../embeddings/oleObject48.bin"/><Relationship Id="rId11" Type="http://schemas.openxmlformats.org/officeDocument/2006/relationships/image" Target="../media/image35.wmf"/><Relationship Id="rId24" Type="http://schemas.openxmlformats.org/officeDocument/2006/relationships/oleObject" Target="../embeddings/oleObject54.bin"/><Relationship Id="rId32" Type="http://schemas.openxmlformats.org/officeDocument/2006/relationships/oleObject" Target="../embeddings/oleObject58.bin"/><Relationship Id="rId5" Type="http://schemas.openxmlformats.org/officeDocument/2006/relationships/image" Target="../media/image32.wmf"/><Relationship Id="rId15" Type="http://schemas.openxmlformats.org/officeDocument/2006/relationships/image" Target="../media/image37.wmf"/><Relationship Id="rId23" Type="http://schemas.openxmlformats.org/officeDocument/2006/relationships/image" Target="../media/image48.wmf"/><Relationship Id="rId28" Type="http://schemas.openxmlformats.org/officeDocument/2006/relationships/oleObject" Target="../embeddings/oleObject56.bin"/><Relationship Id="rId10" Type="http://schemas.openxmlformats.org/officeDocument/2006/relationships/oleObject" Target="../embeddings/oleObject50.bin"/><Relationship Id="rId19" Type="http://schemas.openxmlformats.org/officeDocument/2006/relationships/image" Target="../media/image46.emf"/><Relationship Id="rId31" Type="http://schemas.openxmlformats.org/officeDocument/2006/relationships/image" Target="../media/image52.wmf"/><Relationship Id="rId4" Type="http://schemas.openxmlformats.org/officeDocument/2006/relationships/oleObject" Target="../embeddings/oleObject47.bin"/><Relationship Id="rId9" Type="http://schemas.openxmlformats.org/officeDocument/2006/relationships/image" Target="../media/image34.wmf"/><Relationship Id="rId14" Type="http://schemas.openxmlformats.org/officeDocument/2006/relationships/oleObject" Target="../embeddings/oleObject42.bin"/><Relationship Id="rId22" Type="http://schemas.openxmlformats.org/officeDocument/2006/relationships/oleObject" Target="../embeddings/oleObject53.bin"/><Relationship Id="rId27" Type="http://schemas.openxmlformats.org/officeDocument/2006/relationships/image" Target="../media/image50.wmf"/><Relationship Id="rId30" Type="http://schemas.openxmlformats.org/officeDocument/2006/relationships/oleObject" Target="../embeddings/oleObject57.bin"/><Relationship Id="rId35" Type="http://schemas.openxmlformats.org/officeDocument/2006/relationships/image" Target="../media/image54.wmf"/><Relationship Id="rId8" Type="http://schemas.openxmlformats.org/officeDocument/2006/relationships/oleObject" Target="../embeddings/oleObject49.bin"/></Relationships>
</file>

<file path=ppt/slides/_rels/slide9.xml.rels><?xml version="1.0" encoding="UTF-8" standalone="yes"?>
<Relationships xmlns="http://schemas.openxmlformats.org/package/2006/relationships"><Relationship Id="rId8" Type="http://schemas.openxmlformats.org/officeDocument/2006/relationships/oleObject" Target="../embeddings/oleObject63.bin"/><Relationship Id="rId13" Type="http://schemas.openxmlformats.org/officeDocument/2006/relationships/image" Target="../media/image36.wmf"/><Relationship Id="rId18" Type="http://schemas.openxmlformats.org/officeDocument/2006/relationships/oleObject" Target="../embeddings/oleObject68.bin"/><Relationship Id="rId26" Type="http://schemas.openxmlformats.org/officeDocument/2006/relationships/oleObject" Target="../embeddings/oleObject72.bin"/><Relationship Id="rId3" Type="http://schemas.openxmlformats.org/officeDocument/2006/relationships/image" Target="../media/image31.png"/><Relationship Id="rId21" Type="http://schemas.openxmlformats.org/officeDocument/2006/relationships/image" Target="../media/image47.emf"/><Relationship Id="rId7" Type="http://schemas.openxmlformats.org/officeDocument/2006/relationships/image" Target="../media/image33.wmf"/><Relationship Id="rId12" Type="http://schemas.openxmlformats.org/officeDocument/2006/relationships/oleObject" Target="../embeddings/oleObject65.bin"/><Relationship Id="rId17" Type="http://schemas.openxmlformats.org/officeDocument/2006/relationships/image" Target="../media/image38.png"/><Relationship Id="rId25" Type="http://schemas.openxmlformats.org/officeDocument/2006/relationships/image" Target="../media/image55.emf"/><Relationship Id="rId2" Type="http://schemas.openxmlformats.org/officeDocument/2006/relationships/oleObject" Target="../embeddings/oleObject60.bin"/><Relationship Id="rId16" Type="http://schemas.openxmlformats.org/officeDocument/2006/relationships/oleObject" Target="../embeddings/oleObject67.bin"/><Relationship Id="rId20" Type="http://schemas.openxmlformats.org/officeDocument/2006/relationships/oleObject" Target="../embeddings/oleObject69.bin"/><Relationship Id="rId1" Type="http://schemas.openxmlformats.org/officeDocument/2006/relationships/slideLayout" Target="../slideLayouts/slideLayout7.xml"/><Relationship Id="rId6" Type="http://schemas.openxmlformats.org/officeDocument/2006/relationships/oleObject" Target="../embeddings/oleObject62.bin"/><Relationship Id="rId11" Type="http://schemas.openxmlformats.org/officeDocument/2006/relationships/image" Target="../media/image35.wmf"/><Relationship Id="rId24" Type="http://schemas.openxmlformats.org/officeDocument/2006/relationships/oleObject" Target="../embeddings/oleObject71.bin"/><Relationship Id="rId5" Type="http://schemas.openxmlformats.org/officeDocument/2006/relationships/image" Target="../media/image32.wmf"/><Relationship Id="rId15" Type="http://schemas.openxmlformats.org/officeDocument/2006/relationships/image" Target="../media/image37.wmf"/><Relationship Id="rId23" Type="http://schemas.openxmlformats.org/officeDocument/2006/relationships/image" Target="../media/image54.wmf"/><Relationship Id="rId10" Type="http://schemas.openxmlformats.org/officeDocument/2006/relationships/oleObject" Target="../embeddings/oleObject64.bin"/><Relationship Id="rId19" Type="http://schemas.openxmlformats.org/officeDocument/2006/relationships/image" Target="../media/image46.emf"/><Relationship Id="rId4" Type="http://schemas.openxmlformats.org/officeDocument/2006/relationships/oleObject" Target="../embeddings/oleObject61.bin"/><Relationship Id="rId9" Type="http://schemas.openxmlformats.org/officeDocument/2006/relationships/image" Target="../media/image34.wmf"/><Relationship Id="rId14" Type="http://schemas.openxmlformats.org/officeDocument/2006/relationships/oleObject" Target="../embeddings/oleObject66.bin"/><Relationship Id="rId22" Type="http://schemas.openxmlformats.org/officeDocument/2006/relationships/oleObject" Target="../embeddings/oleObject70.bin"/><Relationship Id="rId27" Type="http://schemas.openxmlformats.org/officeDocument/2006/relationships/image" Target="../media/image56.emf"/></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引言：内容概要</a:t>
            </a:r>
          </a:p>
        </p:txBody>
      </p:sp>
      <p:grpSp>
        <p:nvGrpSpPr>
          <p:cNvPr id="3" name="组合 2"/>
          <p:cNvGrpSpPr/>
          <p:nvPr/>
        </p:nvGrpSpPr>
        <p:grpSpPr>
          <a:xfrm>
            <a:off x="566586" y="1144228"/>
            <a:ext cx="11061288" cy="4555782"/>
            <a:chOff x="2268099" y="1821301"/>
            <a:chExt cx="7771134" cy="2767123"/>
          </a:xfrm>
        </p:grpSpPr>
        <p:sp>
          <p:nvSpPr>
            <p:cNvPr id="4" name="矩形 3"/>
            <p:cNvSpPr/>
            <p:nvPr/>
          </p:nvSpPr>
          <p:spPr>
            <a:xfrm>
              <a:off x="2335655" y="1870050"/>
              <a:ext cx="7638339" cy="2663840"/>
            </a:xfrm>
            <a:prstGeom prst="rect">
              <a:avLst/>
            </a:prstGeom>
            <a:noFill/>
            <a:ln w="28575">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n>
                  <a:noFill/>
                </a:ln>
              </a:endParaRPr>
            </a:p>
          </p:txBody>
        </p:sp>
        <p:sp>
          <p:nvSpPr>
            <p:cNvPr id="5" name="L 形 4"/>
            <p:cNvSpPr/>
            <p:nvPr/>
          </p:nvSpPr>
          <p:spPr>
            <a:xfrm rot="5400000">
              <a:off x="2297554" y="1827894"/>
              <a:ext cx="426596" cy="426596"/>
            </a:xfrm>
            <a:prstGeom prst="corner">
              <a:avLst>
                <a:gd name="adj1" fmla="val 20394"/>
                <a:gd name="adj2" fmla="val 18018"/>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L 形 5"/>
            <p:cNvSpPr/>
            <p:nvPr/>
          </p:nvSpPr>
          <p:spPr>
            <a:xfrm rot="16200000">
              <a:off x="9585500" y="4161828"/>
              <a:ext cx="426596" cy="426596"/>
            </a:xfrm>
            <a:prstGeom prst="corner">
              <a:avLst>
                <a:gd name="adj1" fmla="val 20394"/>
                <a:gd name="adj2" fmla="val 18018"/>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L 形 6"/>
            <p:cNvSpPr/>
            <p:nvPr/>
          </p:nvSpPr>
          <p:spPr>
            <a:xfrm>
              <a:off x="2268099" y="4154717"/>
              <a:ext cx="1107495" cy="426596"/>
            </a:xfrm>
            <a:prstGeom prst="corner">
              <a:avLst>
                <a:gd name="adj1" fmla="val 27092"/>
                <a:gd name="adj2" fmla="val 31415"/>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dirty="0"/>
            </a:p>
          </p:txBody>
        </p:sp>
        <p:sp>
          <p:nvSpPr>
            <p:cNvPr id="8" name="L 形 7"/>
            <p:cNvSpPr/>
            <p:nvPr/>
          </p:nvSpPr>
          <p:spPr>
            <a:xfrm rot="10800000">
              <a:off x="8931738" y="1821301"/>
              <a:ext cx="1107495" cy="426596"/>
            </a:xfrm>
            <a:prstGeom prst="corner">
              <a:avLst>
                <a:gd name="adj1" fmla="val 27092"/>
                <a:gd name="adj2" fmla="val 31415"/>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9" name="矩形 8"/>
          <p:cNvSpPr/>
          <p:nvPr/>
        </p:nvSpPr>
        <p:spPr>
          <a:xfrm>
            <a:off x="910465" y="2426201"/>
            <a:ext cx="10373526" cy="2554545"/>
          </a:xfrm>
          <a:prstGeom prst="rect">
            <a:avLst/>
          </a:prstGeom>
        </p:spPr>
        <p:txBody>
          <a:bodyPr wrap="square">
            <a:spAutoFit/>
          </a:bodyPr>
          <a:lstStyle/>
          <a:p>
            <a:pPr>
              <a:lnSpc>
                <a:spcPct val="125000"/>
              </a:lnSpc>
              <a:spcBef>
                <a:spcPts val="1200"/>
              </a:spcBef>
              <a:buFont typeface="Wingdings" panose="05000000000000000000" pitchFamily="2" charset="2"/>
              <a:buNone/>
              <a:defRPr/>
            </a:pPr>
            <a:r>
              <a:rPr lang="zh-CN" altLang="en-US" sz="2400" dirty="0">
                <a:latin typeface="微软雅黑" panose="020B0503020204020204" pitchFamily="34" charset="-122"/>
                <a:ea typeface="微软雅黑" panose="020B0503020204020204" pitchFamily="34" charset="-122"/>
              </a:rPr>
              <a:t>      定积分作为一种无穷和的极限，按极限计算的方法求值是十分困难的，正是由于这一原因积分学一直没有能够得到进一步的发展</a:t>
            </a:r>
            <a:r>
              <a:rPr lang="en-US" altLang="zh-CN" sz="2400" dirty="0">
                <a:latin typeface="微软雅黑" panose="020B0503020204020204" pitchFamily="34" charset="-122"/>
                <a:ea typeface="微软雅黑" panose="020B0503020204020204" pitchFamily="34" charset="-122"/>
              </a:rPr>
              <a:t>.</a:t>
            </a:r>
            <a:endParaRPr lang="zh-CN" altLang="en-US" sz="2400" dirty="0">
              <a:latin typeface="微软雅黑" panose="020B0503020204020204" pitchFamily="34" charset="-122"/>
              <a:ea typeface="微软雅黑" panose="020B0503020204020204" pitchFamily="34" charset="-122"/>
            </a:endParaRPr>
          </a:p>
          <a:p>
            <a:pPr>
              <a:lnSpc>
                <a:spcPct val="125000"/>
              </a:lnSpc>
              <a:spcBef>
                <a:spcPts val="1200"/>
              </a:spcBef>
              <a:buFont typeface="Wingdings" panose="05000000000000000000" pitchFamily="2" charset="2"/>
              <a:buNone/>
              <a:defRPr/>
            </a:pPr>
            <a:r>
              <a:rPr lang="zh-CN" altLang="en-US" sz="2400" dirty="0">
                <a:latin typeface="微软雅黑" panose="020B0503020204020204" pitchFamily="34" charset="-122"/>
                <a:ea typeface="微软雅黑" panose="020B0503020204020204" pitchFamily="34" charset="-122"/>
              </a:rPr>
              <a:t>      这类和式极限直到十七世纪后期，才由两位天才的数学家牛顿和莱布尼兹几乎在同时分别找到了计算的方法 </a:t>
            </a:r>
            <a:r>
              <a:rPr lang="en-US" altLang="zh-CN" sz="2400" dirty="0">
                <a:latin typeface="微软雅黑" panose="020B0503020204020204" pitchFamily="34" charset="-122"/>
                <a:ea typeface="微软雅黑" panose="020B0503020204020204" pitchFamily="34" charset="-122"/>
              </a:rPr>
              <a:t>— </a:t>
            </a:r>
            <a:r>
              <a:rPr lang="zh-CN" altLang="en-US" sz="2400" dirty="0">
                <a:latin typeface="微软雅黑" panose="020B0503020204020204" pitchFamily="34" charset="-122"/>
                <a:ea typeface="微软雅黑" panose="020B0503020204020204" pitchFamily="34" charset="-122"/>
              </a:rPr>
              <a:t>牛顿</a:t>
            </a:r>
            <a:r>
              <a:rPr lang="en-US" altLang="zh-CN" sz="2400" dirty="0">
                <a:latin typeface="微软雅黑" panose="020B0503020204020204" pitchFamily="34" charset="-122"/>
                <a:ea typeface="微软雅黑" panose="020B0503020204020204" pitchFamily="34" charset="-122"/>
              </a:rPr>
              <a:t>-</a:t>
            </a:r>
            <a:r>
              <a:rPr lang="zh-CN" altLang="en-US" sz="2400" dirty="0">
                <a:latin typeface="微软雅黑" panose="020B0503020204020204" pitchFamily="34" charset="-122"/>
                <a:ea typeface="微软雅黑" panose="020B0503020204020204" pitchFamily="34" charset="-122"/>
              </a:rPr>
              <a:t>莱布尼兹公式，而正是由于这一公式的建立，才产生了微积分这门对近代社会产生巨大影响的数学</a:t>
            </a:r>
            <a:r>
              <a:rPr lang="en-US" altLang="zh-CN" sz="2400" dirty="0">
                <a:latin typeface="微软雅黑" panose="020B0503020204020204" pitchFamily="34" charset="-122"/>
                <a:ea typeface="微软雅黑" panose="020B0503020204020204" pitchFamily="34" charset="-122"/>
              </a:rPr>
              <a:t>.</a:t>
            </a:r>
            <a:endParaRPr lang="zh-CN" altLang="en-US" sz="2400" dirty="0">
              <a:latin typeface="微软雅黑" panose="020B0503020204020204" pitchFamily="34" charset="-122"/>
              <a:ea typeface="微软雅黑" panose="020B0503020204020204" pitchFamily="34" charset="-122"/>
            </a:endParaRPr>
          </a:p>
        </p:txBody>
      </p:sp>
      <p:sp>
        <p:nvSpPr>
          <p:cNvPr id="10" name="矩形 9"/>
          <p:cNvSpPr/>
          <p:nvPr/>
        </p:nvSpPr>
        <p:spPr>
          <a:xfrm>
            <a:off x="3927403" y="1419029"/>
            <a:ext cx="4339650" cy="584775"/>
          </a:xfrm>
          <a:prstGeom prst="rect">
            <a:avLst/>
          </a:prstGeom>
        </p:spPr>
        <p:txBody>
          <a:bodyPr wrap="none">
            <a:spAutoFit/>
          </a:bodyPr>
          <a:lstStyle/>
          <a:p>
            <a:r>
              <a:rPr lang="zh-CN" altLang="en-US" sz="3200" b="1" spc="400" dirty="0">
                <a:solidFill>
                  <a:srgbClr val="0B66C9"/>
                </a:solidFill>
                <a:latin typeface="+mj-ea"/>
                <a:ea typeface="+mj-ea"/>
              </a:rPr>
              <a:t>“微积分基本公式”</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（一）问题的提出</a:t>
            </a:r>
          </a:p>
        </p:txBody>
      </p:sp>
      <p:grpSp>
        <p:nvGrpSpPr>
          <p:cNvPr id="3" name="组合 2"/>
          <p:cNvGrpSpPr/>
          <p:nvPr/>
        </p:nvGrpSpPr>
        <p:grpSpPr>
          <a:xfrm>
            <a:off x="697157" y="1272181"/>
            <a:ext cx="436247" cy="535675"/>
            <a:chOff x="8583900" y="485775"/>
            <a:chExt cx="2260880" cy="2776171"/>
          </a:xfrm>
        </p:grpSpPr>
        <p:grpSp>
          <p:nvGrpSpPr>
            <p:cNvPr id="4" name="组合 3"/>
            <p:cNvGrpSpPr/>
            <p:nvPr/>
          </p:nvGrpSpPr>
          <p:grpSpPr>
            <a:xfrm>
              <a:off x="8969009" y="485775"/>
              <a:ext cx="1404938" cy="2270125"/>
              <a:chOff x="8969009" y="485775"/>
              <a:chExt cx="1404938" cy="2270125"/>
            </a:xfrm>
          </p:grpSpPr>
          <p:sp>
            <p:nvSpPr>
              <p:cNvPr id="6" name="î$ḷîḑe"/>
              <p:cNvSpPr/>
              <p:nvPr/>
            </p:nvSpPr>
            <p:spPr bwMode="auto">
              <a:xfrm>
                <a:off x="9054734" y="485775"/>
                <a:ext cx="1319213" cy="2270125"/>
              </a:xfrm>
              <a:custGeom>
                <a:avLst/>
                <a:gdLst>
                  <a:gd name="T0" fmla="*/ 241 w 400"/>
                  <a:gd name="T1" fmla="*/ 407 h 689"/>
                  <a:gd name="T2" fmla="*/ 241 w 400"/>
                  <a:gd name="T3" fmla="*/ 472 h 689"/>
                  <a:gd name="T4" fmla="*/ 192 w 400"/>
                  <a:gd name="T5" fmla="*/ 520 h 689"/>
                  <a:gd name="T6" fmla="*/ 144 w 400"/>
                  <a:gd name="T7" fmla="*/ 472 h 689"/>
                  <a:gd name="T8" fmla="*/ 144 w 400"/>
                  <a:gd name="T9" fmla="*/ 369 h 689"/>
                  <a:gd name="T10" fmla="*/ 145 w 400"/>
                  <a:gd name="T11" fmla="*/ 367 h 689"/>
                  <a:gd name="T12" fmla="*/ 144 w 400"/>
                  <a:gd name="T13" fmla="*/ 365 h 689"/>
                  <a:gd name="T14" fmla="*/ 192 w 400"/>
                  <a:gd name="T15" fmla="*/ 317 h 689"/>
                  <a:gd name="T16" fmla="*/ 305 w 400"/>
                  <a:gd name="T17" fmla="*/ 207 h 689"/>
                  <a:gd name="T18" fmla="*/ 192 w 400"/>
                  <a:gd name="T19" fmla="*/ 96 h 689"/>
                  <a:gd name="T20" fmla="*/ 98 w 400"/>
                  <a:gd name="T21" fmla="*/ 150 h 689"/>
                  <a:gd name="T22" fmla="*/ 31 w 400"/>
                  <a:gd name="T23" fmla="*/ 168 h 689"/>
                  <a:gd name="T24" fmla="*/ 14 w 400"/>
                  <a:gd name="T25" fmla="*/ 102 h 689"/>
                  <a:gd name="T26" fmla="*/ 192 w 400"/>
                  <a:gd name="T27" fmla="*/ 0 h 689"/>
                  <a:gd name="T28" fmla="*/ 400 w 400"/>
                  <a:gd name="T29" fmla="*/ 207 h 689"/>
                  <a:gd name="T30" fmla="*/ 241 w 400"/>
                  <a:gd name="T31" fmla="*/ 407 h 689"/>
                  <a:gd name="T32" fmla="*/ 241 w 400"/>
                  <a:gd name="T33" fmla="*/ 623 h 689"/>
                  <a:gd name="T34" fmla="*/ 241 w 400"/>
                  <a:gd name="T35" fmla="*/ 641 h 689"/>
                  <a:gd name="T36" fmla="*/ 192 w 400"/>
                  <a:gd name="T37" fmla="*/ 689 h 689"/>
                  <a:gd name="T38" fmla="*/ 144 w 400"/>
                  <a:gd name="T39" fmla="*/ 641 h 689"/>
                  <a:gd name="T40" fmla="*/ 144 w 400"/>
                  <a:gd name="T41" fmla="*/ 623 h 689"/>
                  <a:gd name="T42" fmla="*/ 192 w 400"/>
                  <a:gd name="T43" fmla="*/ 575 h 689"/>
                  <a:gd name="T44" fmla="*/ 241 w 400"/>
                  <a:gd name="T45" fmla="*/ 623 h 6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00" h="689">
                    <a:moveTo>
                      <a:pt x="241" y="407"/>
                    </a:moveTo>
                    <a:cubicBezTo>
                      <a:pt x="241" y="472"/>
                      <a:pt x="241" y="472"/>
                      <a:pt x="241" y="472"/>
                    </a:cubicBezTo>
                    <a:cubicBezTo>
                      <a:pt x="241" y="499"/>
                      <a:pt x="220" y="520"/>
                      <a:pt x="192" y="520"/>
                    </a:cubicBezTo>
                    <a:cubicBezTo>
                      <a:pt x="167" y="520"/>
                      <a:pt x="144" y="499"/>
                      <a:pt x="144" y="472"/>
                    </a:cubicBezTo>
                    <a:cubicBezTo>
                      <a:pt x="144" y="369"/>
                      <a:pt x="144" y="369"/>
                      <a:pt x="144" y="369"/>
                    </a:cubicBezTo>
                    <a:cubicBezTo>
                      <a:pt x="144" y="368"/>
                      <a:pt x="145" y="368"/>
                      <a:pt x="145" y="367"/>
                    </a:cubicBezTo>
                    <a:cubicBezTo>
                      <a:pt x="144" y="366"/>
                      <a:pt x="144" y="366"/>
                      <a:pt x="144" y="365"/>
                    </a:cubicBezTo>
                    <a:cubicBezTo>
                      <a:pt x="144" y="340"/>
                      <a:pt x="167" y="317"/>
                      <a:pt x="192" y="317"/>
                    </a:cubicBezTo>
                    <a:cubicBezTo>
                      <a:pt x="254" y="317"/>
                      <a:pt x="305" y="268"/>
                      <a:pt x="305" y="207"/>
                    </a:cubicBezTo>
                    <a:cubicBezTo>
                      <a:pt x="305" y="144"/>
                      <a:pt x="254" y="96"/>
                      <a:pt x="192" y="96"/>
                    </a:cubicBezTo>
                    <a:cubicBezTo>
                      <a:pt x="152" y="96"/>
                      <a:pt x="116" y="118"/>
                      <a:pt x="98" y="150"/>
                    </a:cubicBezTo>
                    <a:cubicBezTo>
                      <a:pt x="84" y="174"/>
                      <a:pt x="54" y="182"/>
                      <a:pt x="31" y="168"/>
                    </a:cubicBezTo>
                    <a:cubicBezTo>
                      <a:pt x="8" y="154"/>
                      <a:pt x="0" y="126"/>
                      <a:pt x="14" y="102"/>
                    </a:cubicBezTo>
                    <a:cubicBezTo>
                      <a:pt x="49" y="41"/>
                      <a:pt x="116" y="0"/>
                      <a:pt x="192" y="0"/>
                    </a:cubicBezTo>
                    <a:cubicBezTo>
                      <a:pt x="307" y="0"/>
                      <a:pt x="400" y="92"/>
                      <a:pt x="400" y="207"/>
                    </a:cubicBezTo>
                    <a:cubicBezTo>
                      <a:pt x="400" y="304"/>
                      <a:pt x="332" y="386"/>
                      <a:pt x="241" y="407"/>
                    </a:cubicBezTo>
                    <a:close/>
                    <a:moveTo>
                      <a:pt x="241" y="623"/>
                    </a:moveTo>
                    <a:cubicBezTo>
                      <a:pt x="241" y="641"/>
                      <a:pt x="241" y="641"/>
                      <a:pt x="241" y="641"/>
                    </a:cubicBezTo>
                    <a:cubicBezTo>
                      <a:pt x="241" y="669"/>
                      <a:pt x="220" y="689"/>
                      <a:pt x="192" y="689"/>
                    </a:cubicBezTo>
                    <a:cubicBezTo>
                      <a:pt x="167" y="689"/>
                      <a:pt x="144" y="669"/>
                      <a:pt x="144" y="641"/>
                    </a:cubicBezTo>
                    <a:cubicBezTo>
                      <a:pt x="144" y="623"/>
                      <a:pt x="144" y="623"/>
                      <a:pt x="144" y="623"/>
                    </a:cubicBezTo>
                    <a:cubicBezTo>
                      <a:pt x="144" y="597"/>
                      <a:pt x="167" y="575"/>
                      <a:pt x="192" y="575"/>
                    </a:cubicBezTo>
                    <a:cubicBezTo>
                      <a:pt x="220" y="575"/>
                      <a:pt x="241" y="597"/>
                      <a:pt x="241" y="623"/>
                    </a:cubicBezTo>
                    <a:close/>
                  </a:path>
                </a:pathLst>
              </a:custGeom>
              <a:solidFill>
                <a:schemeClr val="accent6">
                  <a:lumMod val="75000"/>
                </a:schemeClr>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7" name="ïṥļiďé"/>
              <p:cNvSpPr/>
              <p:nvPr/>
            </p:nvSpPr>
            <p:spPr bwMode="auto">
              <a:xfrm>
                <a:off x="8969009" y="485775"/>
                <a:ext cx="1319213" cy="2270125"/>
              </a:xfrm>
              <a:custGeom>
                <a:avLst/>
                <a:gdLst>
                  <a:gd name="T0" fmla="*/ 240 w 400"/>
                  <a:gd name="T1" fmla="*/ 407 h 689"/>
                  <a:gd name="T2" fmla="*/ 240 w 400"/>
                  <a:gd name="T3" fmla="*/ 472 h 689"/>
                  <a:gd name="T4" fmla="*/ 192 w 400"/>
                  <a:gd name="T5" fmla="*/ 520 h 689"/>
                  <a:gd name="T6" fmla="*/ 144 w 400"/>
                  <a:gd name="T7" fmla="*/ 472 h 689"/>
                  <a:gd name="T8" fmla="*/ 144 w 400"/>
                  <a:gd name="T9" fmla="*/ 369 h 689"/>
                  <a:gd name="T10" fmla="*/ 145 w 400"/>
                  <a:gd name="T11" fmla="*/ 367 h 689"/>
                  <a:gd name="T12" fmla="*/ 144 w 400"/>
                  <a:gd name="T13" fmla="*/ 365 h 689"/>
                  <a:gd name="T14" fmla="*/ 192 w 400"/>
                  <a:gd name="T15" fmla="*/ 317 h 689"/>
                  <a:gd name="T16" fmla="*/ 304 w 400"/>
                  <a:gd name="T17" fmla="*/ 207 h 689"/>
                  <a:gd name="T18" fmla="*/ 192 w 400"/>
                  <a:gd name="T19" fmla="*/ 96 h 689"/>
                  <a:gd name="T20" fmla="*/ 97 w 400"/>
                  <a:gd name="T21" fmla="*/ 150 h 689"/>
                  <a:gd name="T22" fmla="*/ 30 w 400"/>
                  <a:gd name="T23" fmla="*/ 168 h 689"/>
                  <a:gd name="T24" fmla="*/ 14 w 400"/>
                  <a:gd name="T25" fmla="*/ 102 h 689"/>
                  <a:gd name="T26" fmla="*/ 192 w 400"/>
                  <a:gd name="T27" fmla="*/ 0 h 689"/>
                  <a:gd name="T28" fmla="*/ 400 w 400"/>
                  <a:gd name="T29" fmla="*/ 207 h 689"/>
                  <a:gd name="T30" fmla="*/ 240 w 400"/>
                  <a:gd name="T31" fmla="*/ 407 h 689"/>
                  <a:gd name="T32" fmla="*/ 240 w 400"/>
                  <a:gd name="T33" fmla="*/ 623 h 689"/>
                  <a:gd name="T34" fmla="*/ 240 w 400"/>
                  <a:gd name="T35" fmla="*/ 641 h 689"/>
                  <a:gd name="T36" fmla="*/ 192 w 400"/>
                  <a:gd name="T37" fmla="*/ 689 h 689"/>
                  <a:gd name="T38" fmla="*/ 144 w 400"/>
                  <a:gd name="T39" fmla="*/ 641 h 689"/>
                  <a:gd name="T40" fmla="*/ 144 w 400"/>
                  <a:gd name="T41" fmla="*/ 623 h 689"/>
                  <a:gd name="T42" fmla="*/ 192 w 400"/>
                  <a:gd name="T43" fmla="*/ 575 h 689"/>
                  <a:gd name="T44" fmla="*/ 240 w 400"/>
                  <a:gd name="T45" fmla="*/ 623 h 6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00" h="689">
                    <a:moveTo>
                      <a:pt x="240" y="407"/>
                    </a:moveTo>
                    <a:cubicBezTo>
                      <a:pt x="240" y="472"/>
                      <a:pt x="240" y="472"/>
                      <a:pt x="240" y="472"/>
                    </a:cubicBezTo>
                    <a:cubicBezTo>
                      <a:pt x="240" y="499"/>
                      <a:pt x="220" y="520"/>
                      <a:pt x="192" y="520"/>
                    </a:cubicBezTo>
                    <a:cubicBezTo>
                      <a:pt x="166" y="520"/>
                      <a:pt x="144" y="499"/>
                      <a:pt x="144" y="472"/>
                    </a:cubicBezTo>
                    <a:cubicBezTo>
                      <a:pt x="144" y="369"/>
                      <a:pt x="144" y="369"/>
                      <a:pt x="144" y="369"/>
                    </a:cubicBezTo>
                    <a:cubicBezTo>
                      <a:pt x="144" y="368"/>
                      <a:pt x="145" y="368"/>
                      <a:pt x="145" y="367"/>
                    </a:cubicBezTo>
                    <a:cubicBezTo>
                      <a:pt x="144" y="366"/>
                      <a:pt x="144" y="366"/>
                      <a:pt x="144" y="365"/>
                    </a:cubicBezTo>
                    <a:cubicBezTo>
                      <a:pt x="144" y="340"/>
                      <a:pt x="166" y="317"/>
                      <a:pt x="192" y="317"/>
                    </a:cubicBezTo>
                    <a:cubicBezTo>
                      <a:pt x="254" y="317"/>
                      <a:pt x="304" y="268"/>
                      <a:pt x="304" y="207"/>
                    </a:cubicBezTo>
                    <a:cubicBezTo>
                      <a:pt x="304" y="144"/>
                      <a:pt x="254" y="96"/>
                      <a:pt x="192" y="96"/>
                    </a:cubicBezTo>
                    <a:cubicBezTo>
                      <a:pt x="152" y="96"/>
                      <a:pt x="116" y="118"/>
                      <a:pt x="97" y="150"/>
                    </a:cubicBezTo>
                    <a:cubicBezTo>
                      <a:pt x="84" y="174"/>
                      <a:pt x="54" y="182"/>
                      <a:pt x="30" y="168"/>
                    </a:cubicBezTo>
                    <a:cubicBezTo>
                      <a:pt x="8" y="154"/>
                      <a:pt x="0" y="126"/>
                      <a:pt x="14" y="102"/>
                    </a:cubicBezTo>
                    <a:cubicBezTo>
                      <a:pt x="49" y="41"/>
                      <a:pt x="116" y="0"/>
                      <a:pt x="192" y="0"/>
                    </a:cubicBezTo>
                    <a:cubicBezTo>
                      <a:pt x="306" y="0"/>
                      <a:pt x="400" y="92"/>
                      <a:pt x="400" y="207"/>
                    </a:cubicBezTo>
                    <a:cubicBezTo>
                      <a:pt x="400" y="304"/>
                      <a:pt x="332" y="386"/>
                      <a:pt x="240" y="407"/>
                    </a:cubicBezTo>
                    <a:close/>
                    <a:moveTo>
                      <a:pt x="240" y="623"/>
                    </a:moveTo>
                    <a:cubicBezTo>
                      <a:pt x="240" y="641"/>
                      <a:pt x="240" y="641"/>
                      <a:pt x="240" y="641"/>
                    </a:cubicBezTo>
                    <a:cubicBezTo>
                      <a:pt x="240" y="669"/>
                      <a:pt x="220" y="689"/>
                      <a:pt x="192" y="689"/>
                    </a:cubicBezTo>
                    <a:cubicBezTo>
                      <a:pt x="166" y="689"/>
                      <a:pt x="144" y="669"/>
                      <a:pt x="144" y="641"/>
                    </a:cubicBezTo>
                    <a:cubicBezTo>
                      <a:pt x="144" y="623"/>
                      <a:pt x="144" y="623"/>
                      <a:pt x="144" y="623"/>
                    </a:cubicBezTo>
                    <a:cubicBezTo>
                      <a:pt x="144" y="597"/>
                      <a:pt x="166" y="575"/>
                      <a:pt x="192" y="575"/>
                    </a:cubicBezTo>
                    <a:cubicBezTo>
                      <a:pt x="220" y="575"/>
                      <a:pt x="240" y="597"/>
                      <a:pt x="240" y="623"/>
                    </a:cubicBezTo>
                    <a:close/>
                  </a:path>
                </a:pathLst>
              </a:custGeom>
              <a:solidFill>
                <a:srgbClr val="EBB04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grpSp>
        <p:sp>
          <p:nvSpPr>
            <p:cNvPr id="5" name="椭圆 4"/>
            <p:cNvSpPr/>
            <p:nvPr/>
          </p:nvSpPr>
          <p:spPr>
            <a:xfrm>
              <a:off x="8583900" y="2927838"/>
              <a:ext cx="2260880" cy="334108"/>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8" name="任意多边形 7"/>
          <p:cNvSpPr/>
          <p:nvPr/>
        </p:nvSpPr>
        <p:spPr>
          <a:xfrm>
            <a:off x="913370" y="1130300"/>
            <a:ext cx="9324403" cy="762289"/>
          </a:xfrm>
          <a:custGeom>
            <a:avLst/>
            <a:gdLst>
              <a:gd name="connsiteX0" fmla="*/ 174099 w 9117727"/>
              <a:gd name="connsiteY0" fmla="*/ 0 h 1044575"/>
              <a:gd name="connsiteX1" fmla="*/ 8943628 w 9117727"/>
              <a:gd name="connsiteY1" fmla="*/ 0 h 1044575"/>
              <a:gd name="connsiteX2" fmla="*/ 9117727 w 9117727"/>
              <a:gd name="connsiteY2" fmla="*/ 174099 h 1044575"/>
              <a:gd name="connsiteX3" fmla="*/ 9117727 w 9117727"/>
              <a:gd name="connsiteY3" fmla="*/ 870476 h 1044575"/>
              <a:gd name="connsiteX4" fmla="*/ 8943628 w 9117727"/>
              <a:gd name="connsiteY4" fmla="*/ 1044575 h 1044575"/>
              <a:gd name="connsiteX5" fmla="*/ 174099 w 9117727"/>
              <a:gd name="connsiteY5" fmla="*/ 1044575 h 1044575"/>
              <a:gd name="connsiteX6" fmla="*/ 50993 w 9117727"/>
              <a:gd name="connsiteY6" fmla="*/ 993583 h 1044575"/>
              <a:gd name="connsiteX7" fmla="*/ 16872 w 9117727"/>
              <a:gd name="connsiteY7" fmla="*/ 942975 h 1044575"/>
              <a:gd name="connsiteX8" fmla="*/ 160751 w 9117727"/>
              <a:gd name="connsiteY8" fmla="*/ 942975 h 1044575"/>
              <a:gd name="connsiteX9" fmla="*/ 160751 w 9117727"/>
              <a:gd name="connsiteY9" fmla="*/ 184001 h 1044575"/>
              <a:gd name="connsiteX10" fmla="*/ 0 w 9117727"/>
              <a:gd name="connsiteY10" fmla="*/ 184001 h 1044575"/>
              <a:gd name="connsiteX11" fmla="*/ 0 w 9117727"/>
              <a:gd name="connsiteY11" fmla="*/ 174099 h 1044575"/>
              <a:gd name="connsiteX12" fmla="*/ 174099 w 9117727"/>
              <a:gd name="connsiteY12" fmla="*/ 0 h 1044575"/>
              <a:gd name="connsiteX0-1" fmla="*/ 160751 w 9117727"/>
              <a:gd name="connsiteY0-2" fmla="*/ 184001 h 1044575"/>
              <a:gd name="connsiteX1-3" fmla="*/ 0 w 9117727"/>
              <a:gd name="connsiteY1-4" fmla="*/ 184001 h 1044575"/>
              <a:gd name="connsiteX2-5" fmla="*/ 0 w 9117727"/>
              <a:gd name="connsiteY2-6" fmla="*/ 174099 h 1044575"/>
              <a:gd name="connsiteX3-7" fmla="*/ 174099 w 9117727"/>
              <a:gd name="connsiteY3-8" fmla="*/ 0 h 1044575"/>
              <a:gd name="connsiteX4-9" fmla="*/ 8943628 w 9117727"/>
              <a:gd name="connsiteY4-10" fmla="*/ 0 h 1044575"/>
              <a:gd name="connsiteX5-11" fmla="*/ 9117727 w 9117727"/>
              <a:gd name="connsiteY5-12" fmla="*/ 174099 h 1044575"/>
              <a:gd name="connsiteX6-13" fmla="*/ 9117727 w 9117727"/>
              <a:gd name="connsiteY6-14" fmla="*/ 870476 h 1044575"/>
              <a:gd name="connsiteX7-15" fmla="*/ 8943628 w 9117727"/>
              <a:gd name="connsiteY7-16" fmla="*/ 1044575 h 1044575"/>
              <a:gd name="connsiteX8-17" fmla="*/ 174099 w 9117727"/>
              <a:gd name="connsiteY8-18" fmla="*/ 1044575 h 1044575"/>
              <a:gd name="connsiteX9-19" fmla="*/ 50993 w 9117727"/>
              <a:gd name="connsiteY9-20" fmla="*/ 993583 h 1044575"/>
              <a:gd name="connsiteX10-21" fmla="*/ 16872 w 9117727"/>
              <a:gd name="connsiteY10-22" fmla="*/ 942975 h 1044575"/>
              <a:gd name="connsiteX11-23" fmla="*/ 160751 w 9117727"/>
              <a:gd name="connsiteY11-24" fmla="*/ 942975 h 1044575"/>
              <a:gd name="connsiteX12-25" fmla="*/ 252191 w 9117727"/>
              <a:gd name="connsiteY12-26" fmla="*/ 275441 h 1044575"/>
              <a:gd name="connsiteX0-27" fmla="*/ 160751 w 9117727"/>
              <a:gd name="connsiteY0-28" fmla="*/ 184001 h 1044575"/>
              <a:gd name="connsiteX1-29" fmla="*/ 0 w 9117727"/>
              <a:gd name="connsiteY1-30" fmla="*/ 184001 h 1044575"/>
              <a:gd name="connsiteX2-31" fmla="*/ 0 w 9117727"/>
              <a:gd name="connsiteY2-32" fmla="*/ 174099 h 1044575"/>
              <a:gd name="connsiteX3-33" fmla="*/ 174099 w 9117727"/>
              <a:gd name="connsiteY3-34" fmla="*/ 0 h 1044575"/>
              <a:gd name="connsiteX4-35" fmla="*/ 8943628 w 9117727"/>
              <a:gd name="connsiteY4-36" fmla="*/ 0 h 1044575"/>
              <a:gd name="connsiteX5-37" fmla="*/ 9117727 w 9117727"/>
              <a:gd name="connsiteY5-38" fmla="*/ 174099 h 1044575"/>
              <a:gd name="connsiteX6-39" fmla="*/ 9117727 w 9117727"/>
              <a:gd name="connsiteY6-40" fmla="*/ 870476 h 1044575"/>
              <a:gd name="connsiteX7-41" fmla="*/ 8943628 w 9117727"/>
              <a:gd name="connsiteY7-42" fmla="*/ 1044575 h 1044575"/>
              <a:gd name="connsiteX8-43" fmla="*/ 174099 w 9117727"/>
              <a:gd name="connsiteY8-44" fmla="*/ 1044575 h 1044575"/>
              <a:gd name="connsiteX9-45" fmla="*/ 50993 w 9117727"/>
              <a:gd name="connsiteY9-46" fmla="*/ 993583 h 1044575"/>
              <a:gd name="connsiteX10-47" fmla="*/ 16872 w 9117727"/>
              <a:gd name="connsiteY10-48" fmla="*/ 942975 h 1044575"/>
              <a:gd name="connsiteX11-49" fmla="*/ 160751 w 9117727"/>
              <a:gd name="connsiteY11-50" fmla="*/ 942975 h 1044575"/>
              <a:gd name="connsiteX0-51" fmla="*/ 0 w 9117727"/>
              <a:gd name="connsiteY0-52" fmla="*/ 184001 h 1044575"/>
              <a:gd name="connsiteX1-53" fmla="*/ 0 w 9117727"/>
              <a:gd name="connsiteY1-54" fmla="*/ 174099 h 1044575"/>
              <a:gd name="connsiteX2-55" fmla="*/ 174099 w 9117727"/>
              <a:gd name="connsiteY2-56" fmla="*/ 0 h 1044575"/>
              <a:gd name="connsiteX3-57" fmla="*/ 8943628 w 9117727"/>
              <a:gd name="connsiteY3-58" fmla="*/ 0 h 1044575"/>
              <a:gd name="connsiteX4-59" fmla="*/ 9117727 w 9117727"/>
              <a:gd name="connsiteY4-60" fmla="*/ 174099 h 1044575"/>
              <a:gd name="connsiteX5-61" fmla="*/ 9117727 w 9117727"/>
              <a:gd name="connsiteY5-62" fmla="*/ 870476 h 1044575"/>
              <a:gd name="connsiteX6-63" fmla="*/ 8943628 w 9117727"/>
              <a:gd name="connsiteY6-64" fmla="*/ 1044575 h 1044575"/>
              <a:gd name="connsiteX7-65" fmla="*/ 174099 w 9117727"/>
              <a:gd name="connsiteY7-66" fmla="*/ 1044575 h 1044575"/>
              <a:gd name="connsiteX8-67" fmla="*/ 50993 w 9117727"/>
              <a:gd name="connsiteY8-68" fmla="*/ 993583 h 1044575"/>
              <a:gd name="connsiteX9-69" fmla="*/ 16872 w 9117727"/>
              <a:gd name="connsiteY9-70" fmla="*/ 942975 h 1044575"/>
              <a:gd name="connsiteX10-71" fmla="*/ 160751 w 9117727"/>
              <a:gd name="connsiteY10-72" fmla="*/ 942975 h 1044575"/>
              <a:gd name="connsiteX0-73" fmla="*/ 0 w 9117727"/>
              <a:gd name="connsiteY0-74" fmla="*/ 184001 h 1044575"/>
              <a:gd name="connsiteX1-75" fmla="*/ 0 w 9117727"/>
              <a:gd name="connsiteY1-76" fmla="*/ 174099 h 1044575"/>
              <a:gd name="connsiteX2-77" fmla="*/ 174099 w 9117727"/>
              <a:gd name="connsiteY2-78" fmla="*/ 0 h 1044575"/>
              <a:gd name="connsiteX3-79" fmla="*/ 8943628 w 9117727"/>
              <a:gd name="connsiteY3-80" fmla="*/ 0 h 1044575"/>
              <a:gd name="connsiteX4-81" fmla="*/ 9117727 w 9117727"/>
              <a:gd name="connsiteY4-82" fmla="*/ 174099 h 1044575"/>
              <a:gd name="connsiteX5-83" fmla="*/ 9117727 w 9117727"/>
              <a:gd name="connsiteY5-84" fmla="*/ 870476 h 1044575"/>
              <a:gd name="connsiteX6-85" fmla="*/ 8943628 w 9117727"/>
              <a:gd name="connsiteY6-86" fmla="*/ 1044575 h 1044575"/>
              <a:gd name="connsiteX7-87" fmla="*/ 174099 w 9117727"/>
              <a:gd name="connsiteY7-88" fmla="*/ 1044575 h 1044575"/>
              <a:gd name="connsiteX8-89" fmla="*/ 50993 w 9117727"/>
              <a:gd name="connsiteY8-90" fmla="*/ 993583 h 1044575"/>
              <a:gd name="connsiteX9-91" fmla="*/ 16872 w 9117727"/>
              <a:gd name="connsiteY9-92" fmla="*/ 942975 h 1044575"/>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9117727" h="1044575">
                <a:moveTo>
                  <a:pt x="0" y="184001"/>
                </a:moveTo>
                <a:lnTo>
                  <a:pt x="0" y="174099"/>
                </a:lnTo>
                <a:cubicBezTo>
                  <a:pt x="0" y="77947"/>
                  <a:pt x="77947" y="0"/>
                  <a:pt x="174099" y="0"/>
                </a:cubicBezTo>
                <a:lnTo>
                  <a:pt x="8943628" y="0"/>
                </a:lnTo>
                <a:cubicBezTo>
                  <a:pt x="9039780" y="0"/>
                  <a:pt x="9117727" y="77947"/>
                  <a:pt x="9117727" y="174099"/>
                </a:cubicBezTo>
                <a:lnTo>
                  <a:pt x="9117727" y="870476"/>
                </a:lnTo>
                <a:cubicBezTo>
                  <a:pt x="9117727" y="966628"/>
                  <a:pt x="9039780" y="1044575"/>
                  <a:pt x="8943628" y="1044575"/>
                </a:cubicBezTo>
                <a:lnTo>
                  <a:pt x="174099" y="1044575"/>
                </a:lnTo>
                <a:cubicBezTo>
                  <a:pt x="126023" y="1044575"/>
                  <a:pt x="82499" y="1025089"/>
                  <a:pt x="50993" y="993583"/>
                </a:cubicBezTo>
                <a:lnTo>
                  <a:pt x="16872" y="942975"/>
                </a:lnTo>
              </a:path>
            </a:pathLst>
          </a:custGeom>
          <a:noFill/>
          <a:ln w="19050">
            <a:solidFill>
              <a:srgbClr val="3176B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9" name="Text Box 9"/>
          <p:cNvSpPr txBox="1">
            <a:spLocks noChangeArrowheads="1"/>
          </p:cNvSpPr>
          <p:nvPr/>
        </p:nvSpPr>
        <p:spPr bwMode="auto">
          <a:xfrm>
            <a:off x="1328725" y="1258099"/>
            <a:ext cx="83582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dirty="0">
                <a:solidFill>
                  <a:srgbClr val="C00000"/>
                </a:solidFill>
                <a:latin typeface="微软雅黑" panose="020B0503020204020204" pitchFamily="34" charset="-122"/>
                <a:ea typeface="微软雅黑" panose="020B0503020204020204" pitchFamily="34" charset="-122"/>
              </a:rPr>
              <a:t>问题：</a:t>
            </a:r>
            <a:r>
              <a:rPr kumimoji="1" lang="zh-CN" altLang="en-US" sz="2800" dirty="0">
                <a:solidFill>
                  <a:srgbClr val="0157A8"/>
                </a:solidFill>
                <a:latin typeface="微软雅黑" panose="020B0503020204020204" pitchFamily="34" charset="-122"/>
                <a:ea typeface="微软雅黑" panose="020B0503020204020204" pitchFamily="34" charset="-122"/>
              </a:rPr>
              <a:t>变速直线运动中位置函数与速度函数的联系</a:t>
            </a:r>
            <a:r>
              <a:rPr kumimoji="1" lang="en-US" altLang="zh-CN" sz="2800" dirty="0">
                <a:solidFill>
                  <a:srgbClr val="0157A8"/>
                </a:solidFill>
                <a:latin typeface="微软雅黑" panose="020B0503020204020204" pitchFamily="34" charset="-122"/>
                <a:ea typeface="微软雅黑" panose="020B0503020204020204" pitchFamily="34" charset="-122"/>
              </a:rPr>
              <a:t>.</a:t>
            </a:r>
            <a:endParaRPr kumimoji="1" lang="zh-CN" altLang="en-US" sz="2800" dirty="0">
              <a:solidFill>
                <a:srgbClr val="0157A8"/>
              </a:solidFill>
              <a:latin typeface="微软雅黑" panose="020B0503020204020204" pitchFamily="34" charset="-122"/>
              <a:ea typeface="微软雅黑" panose="020B0503020204020204" pitchFamily="34" charset="-122"/>
            </a:endParaRPr>
          </a:p>
        </p:txBody>
      </p:sp>
      <p:sp>
        <p:nvSpPr>
          <p:cNvPr id="10" name="AutoShape 2"/>
          <p:cNvSpPr>
            <a:spLocks noChangeArrowheads="1"/>
          </p:cNvSpPr>
          <p:nvPr/>
        </p:nvSpPr>
        <p:spPr bwMode="auto">
          <a:xfrm>
            <a:off x="3811344" y="5667810"/>
            <a:ext cx="4533900" cy="144462"/>
          </a:xfrm>
          <a:prstGeom prst="bracketPair">
            <a:avLst>
              <a:gd name="adj" fmla="val 16667"/>
            </a:avLst>
          </a:prstGeom>
          <a:solidFill>
            <a:srgbClr val="2B84CD"/>
          </a:solidFill>
          <a:ln w="19050">
            <a:solidFill>
              <a:srgbClr val="FFFFFF"/>
            </a:solidFill>
            <a:round/>
          </a:ln>
          <a:effectLst/>
        </p:spPr>
        <p:txBody>
          <a:bodyPr wrap="none" anchor="ctr"/>
          <a:lstStyle/>
          <a:p>
            <a:endParaRPr lang="zh-CN" altLang="en-US"/>
          </a:p>
        </p:txBody>
      </p:sp>
      <p:grpSp>
        <p:nvGrpSpPr>
          <p:cNvPr id="11" name="Group 3"/>
          <p:cNvGrpSpPr/>
          <p:nvPr/>
        </p:nvGrpSpPr>
        <p:grpSpPr bwMode="auto">
          <a:xfrm>
            <a:off x="1968256" y="5588435"/>
            <a:ext cx="8153400" cy="579437"/>
            <a:chOff x="336" y="3740"/>
            <a:chExt cx="5136" cy="365"/>
          </a:xfrm>
        </p:grpSpPr>
        <p:sp>
          <p:nvSpPr>
            <p:cNvPr id="12" name="Line 4"/>
            <p:cNvSpPr>
              <a:spLocks noChangeShapeType="1"/>
            </p:cNvSpPr>
            <p:nvPr/>
          </p:nvSpPr>
          <p:spPr bwMode="auto">
            <a:xfrm>
              <a:off x="336" y="3840"/>
              <a:ext cx="5088" cy="0"/>
            </a:xfrm>
            <a:prstGeom prst="line">
              <a:avLst/>
            </a:prstGeom>
            <a:noFill/>
            <a:ln w="34925">
              <a:solidFill>
                <a:schemeClr val="tx2"/>
              </a:solidFill>
              <a:round/>
              <a:tailEnd type="stealth"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13" name="Line 5"/>
            <p:cNvSpPr>
              <a:spLocks noChangeShapeType="1"/>
            </p:cNvSpPr>
            <p:nvPr/>
          </p:nvSpPr>
          <p:spPr bwMode="auto">
            <a:xfrm>
              <a:off x="624" y="3740"/>
              <a:ext cx="0" cy="91"/>
            </a:xfrm>
            <a:prstGeom prst="line">
              <a:avLst/>
            </a:prstGeom>
            <a:noFill/>
            <a:ln w="25400">
              <a:solidFill>
                <a:schemeClr val="tx2"/>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14" name="Object 6"/>
            <p:cNvGraphicFramePr>
              <a:graphicFrameLocks noChangeAspect="1"/>
            </p:cNvGraphicFramePr>
            <p:nvPr/>
          </p:nvGraphicFramePr>
          <p:xfrm>
            <a:off x="520" y="3840"/>
            <a:ext cx="209" cy="225"/>
          </p:xfrm>
          <a:graphic>
            <a:graphicData uri="http://schemas.openxmlformats.org/presentationml/2006/ole">
              <mc:AlternateContent xmlns:mc="http://schemas.openxmlformats.org/markup-compatibility/2006">
                <mc:Choice xmlns:v="urn:schemas-microsoft-com:vml" Requires="v">
                  <p:oleObj name="Equation" r:id="rId2" imgW="3962400" imgH="4267200" progId="Equation.DSMT4">
                    <p:embed/>
                  </p:oleObj>
                </mc:Choice>
                <mc:Fallback>
                  <p:oleObj name="Equation" r:id="rId2" imgW="3962400" imgH="4267200" progId="Equation.DSMT4">
                    <p:embed/>
                    <p:pic>
                      <p:nvPicPr>
                        <p:cNvPr id="0" name="图片 14"/>
                        <p:cNvPicPr>
                          <a:picLocks noChangeAspect="1" noChangeArrowheads="1"/>
                        </p:cNvPicPr>
                        <p:nvPr/>
                      </p:nvPicPr>
                      <p:blipFill>
                        <a:blip r:embed="rId3"/>
                        <a:srcRect/>
                        <a:stretch>
                          <a:fillRect/>
                        </a:stretch>
                      </p:blipFill>
                      <p:spPr bwMode="auto">
                        <a:xfrm>
                          <a:off x="520" y="3840"/>
                          <a:ext cx="209" cy="2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6" name="Object 7"/>
            <p:cNvGraphicFramePr>
              <a:graphicFrameLocks noChangeAspect="1"/>
            </p:cNvGraphicFramePr>
            <p:nvPr/>
          </p:nvGraphicFramePr>
          <p:xfrm>
            <a:off x="5280" y="3880"/>
            <a:ext cx="192" cy="225"/>
          </p:xfrm>
          <a:graphic>
            <a:graphicData uri="http://schemas.openxmlformats.org/presentationml/2006/ole">
              <mc:AlternateContent xmlns:mc="http://schemas.openxmlformats.org/markup-compatibility/2006">
                <mc:Choice xmlns:v="urn:schemas-microsoft-com:vml" Requires="v">
                  <p:oleObj name="Equation" r:id="rId4" imgW="3657600" imgH="4267200" progId="Equation.DSMT4">
                    <p:embed/>
                  </p:oleObj>
                </mc:Choice>
                <mc:Fallback>
                  <p:oleObj name="Equation" r:id="rId4" imgW="3657600" imgH="4267200" progId="Equation.DSMT4">
                    <p:embed/>
                    <p:pic>
                      <p:nvPicPr>
                        <p:cNvPr id="0" name="图片 16"/>
                        <p:cNvPicPr>
                          <a:picLocks noChangeAspect="1" noChangeArrowheads="1"/>
                        </p:cNvPicPr>
                        <p:nvPr/>
                      </p:nvPicPr>
                      <p:blipFill>
                        <a:blip r:embed="rId5"/>
                        <a:srcRect/>
                        <a:stretch>
                          <a:fillRect/>
                        </a:stretch>
                      </p:blipFill>
                      <p:spPr bwMode="auto">
                        <a:xfrm>
                          <a:off x="5280" y="3880"/>
                          <a:ext cx="192" cy="2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18" name="Group 9"/>
          <p:cNvGrpSpPr/>
          <p:nvPr/>
        </p:nvGrpSpPr>
        <p:grpSpPr bwMode="auto">
          <a:xfrm>
            <a:off x="3428756" y="5540810"/>
            <a:ext cx="736600" cy="617537"/>
            <a:chOff x="1256" y="3716"/>
            <a:chExt cx="464" cy="389"/>
          </a:xfrm>
        </p:grpSpPr>
        <p:sp>
          <p:nvSpPr>
            <p:cNvPr id="19" name="Line 10"/>
            <p:cNvSpPr>
              <a:spLocks noChangeShapeType="1"/>
            </p:cNvSpPr>
            <p:nvPr/>
          </p:nvSpPr>
          <p:spPr bwMode="auto">
            <a:xfrm>
              <a:off x="1488" y="3716"/>
              <a:ext cx="0" cy="136"/>
            </a:xfrm>
            <a:prstGeom prst="line">
              <a:avLst/>
            </a:prstGeom>
            <a:noFill/>
            <a:ln w="25400">
              <a:solidFill>
                <a:srgbClr val="0157A8"/>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20" name="Object 11"/>
            <p:cNvGraphicFramePr>
              <a:graphicFrameLocks noChangeAspect="1"/>
            </p:cNvGraphicFramePr>
            <p:nvPr/>
          </p:nvGraphicFramePr>
          <p:xfrm>
            <a:off x="1256" y="3864"/>
            <a:ext cx="464" cy="241"/>
          </p:xfrm>
          <a:graphic>
            <a:graphicData uri="http://schemas.openxmlformats.org/presentationml/2006/ole">
              <mc:AlternateContent xmlns:mc="http://schemas.openxmlformats.org/markup-compatibility/2006">
                <mc:Choice xmlns:v="urn:schemas-microsoft-com:vml" Requires="v">
                  <p:oleObj name="Equation" r:id="rId6" imgW="8839200" imgH="4572000" progId="Equation.DSMT4">
                    <p:embed/>
                  </p:oleObj>
                </mc:Choice>
                <mc:Fallback>
                  <p:oleObj name="Equation" r:id="rId6" imgW="8839200" imgH="4572000" progId="Equation.DSMT4">
                    <p:embed/>
                    <p:pic>
                      <p:nvPicPr>
                        <p:cNvPr id="0" name="图片 20"/>
                        <p:cNvPicPr>
                          <a:picLocks noChangeAspect="1" noChangeArrowheads="1"/>
                        </p:cNvPicPr>
                        <p:nvPr/>
                      </p:nvPicPr>
                      <p:blipFill>
                        <a:blip r:embed="rId7"/>
                        <a:srcRect/>
                        <a:stretch>
                          <a:fillRect/>
                        </a:stretch>
                      </p:blipFill>
                      <p:spPr bwMode="auto">
                        <a:xfrm>
                          <a:off x="1256" y="3864"/>
                          <a:ext cx="464" cy="24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grpSp>
        <p:nvGrpSpPr>
          <p:cNvPr id="22" name="Group 12"/>
          <p:cNvGrpSpPr/>
          <p:nvPr/>
        </p:nvGrpSpPr>
        <p:grpSpPr bwMode="auto">
          <a:xfrm>
            <a:off x="7988056" y="5550335"/>
            <a:ext cx="736600" cy="617537"/>
            <a:chOff x="4128" y="3716"/>
            <a:chExt cx="464" cy="389"/>
          </a:xfrm>
        </p:grpSpPr>
        <p:sp>
          <p:nvSpPr>
            <p:cNvPr id="23" name="Line 13"/>
            <p:cNvSpPr>
              <a:spLocks noChangeShapeType="1"/>
            </p:cNvSpPr>
            <p:nvPr/>
          </p:nvSpPr>
          <p:spPr bwMode="auto">
            <a:xfrm>
              <a:off x="4360" y="3716"/>
              <a:ext cx="0" cy="136"/>
            </a:xfrm>
            <a:prstGeom prst="line">
              <a:avLst/>
            </a:prstGeom>
            <a:noFill/>
            <a:ln w="25400">
              <a:solidFill>
                <a:srgbClr val="0157A8"/>
              </a:solidFill>
              <a:round/>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graphicFrame>
          <p:nvGraphicFramePr>
            <p:cNvPr id="24" name="Object 14"/>
            <p:cNvGraphicFramePr>
              <a:graphicFrameLocks noChangeAspect="1"/>
            </p:cNvGraphicFramePr>
            <p:nvPr/>
          </p:nvGraphicFramePr>
          <p:xfrm>
            <a:off x="4128" y="3864"/>
            <a:ext cx="464" cy="241"/>
          </p:xfrm>
          <a:graphic>
            <a:graphicData uri="http://schemas.openxmlformats.org/presentationml/2006/ole">
              <mc:AlternateContent xmlns:mc="http://schemas.openxmlformats.org/markup-compatibility/2006">
                <mc:Choice xmlns:v="urn:schemas-microsoft-com:vml" Requires="v">
                  <p:oleObj name="Equation" r:id="rId8" imgW="8839200" imgH="4572000" progId="Equation.DSMT4">
                    <p:embed/>
                  </p:oleObj>
                </mc:Choice>
                <mc:Fallback>
                  <p:oleObj name="Equation" r:id="rId8" imgW="8839200" imgH="4572000" progId="Equation.DSMT4">
                    <p:embed/>
                    <p:pic>
                      <p:nvPicPr>
                        <p:cNvPr id="0" name="图片 24"/>
                        <p:cNvPicPr>
                          <a:picLocks noChangeAspect="1" noChangeArrowheads="1"/>
                        </p:cNvPicPr>
                        <p:nvPr/>
                      </p:nvPicPr>
                      <p:blipFill>
                        <a:blip r:embed="rId9"/>
                        <a:srcRect/>
                        <a:stretch>
                          <a:fillRect/>
                        </a:stretch>
                      </p:blipFill>
                      <p:spPr bwMode="auto">
                        <a:xfrm>
                          <a:off x="4128" y="3864"/>
                          <a:ext cx="464" cy="241"/>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26" name="Line 15"/>
          <p:cNvSpPr>
            <a:spLocks noChangeShapeType="1"/>
          </p:cNvSpPr>
          <p:nvPr/>
        </p:nvSpPr>
        <p:spPr bwMode="auto">
          <a:xfrm>
            <a:off x="2433394" y="5604310"/>
            <a:ext cx="1366837" cy="0"/>
          </a:xfrm>
          <a:prstGeom prst="line">
            <a:avLst/>
          </a:prstGeom>
          <a:noFill/>
          <a:ln w="25400">
            <a:solidFill>
              <a:srgbClr val="C00000"/>
            </a:solidFill>
            <a:round/>
            <a:tailEnd type="arrow"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7" name="Line 16"/>
          <p:cNvSpPr>
            <a:spLocks noChangeShapeType="1"/>
          </p:cNvSpPr>
          <p:nvPr/>
        </p:nvSpPr>
        <p:spPr bwMode="auto">
          <a:xfrm>
            <a:off x="2301630" y="5836253"/>
            <a:ext cx="5938838" cy="0"/>
          </a:xfrm>
          <a:prstGeom prst="line">
            <a:avLst/>
          </a:prstGeom>
          <a:noFill/>
          <a:ln w="25400">
            <a:solidFill>
              <a:srgbClr val="C00000"/>
            </a:solidFill>
            <a:round/>
            <a:tailEnd type="arrow" w="med" len="lg"/>
          </a:ln>
          <a:effectLst/>
          <a:extLst>
            <a:ext uri="{909E8E84-426E-40DD-AFC4-6F175D3DCCD1}">
              <a14:hiddenFill xmlns:a14="http://schemas.microsoft.com/office/drawing/2010/main">
                <a:noFill/>
              </a14:hiddenFill>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lstStyle/>
          <a:p>
            <a:endParaRPr lang="zh-CN" altLang="en-US"/>
          </a:p>
        </p:txBody>
      </p:sp>
      <p:sp>
        <p:nvSpPr>
          <p:cNvPr id="28" name="Text Box 3"/>
          <p:cNvSpPr txBox="1">
            <a:spLocks noChangeArrowheads="1"/>
          </p:cNvSpPr>
          <p:nvPr/>
        </p:nvSpPr>
        <p:spPr bwMode="auto">
          <a:xfrm>
            <a:off x="4237832" y="3022426"/>
            <a:ext cx="25146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400" dirty="0">
                <a:latin typeface="+mn-ea"/>
                <a:ea typeface="+mn-ea"/>
              </a:rPr>
              <a:t>运动路程为：</a:t>
            </a:r>
          </a:p>
        </p:txBody>
      </p:sp>
      <p:graphicFrame>
        <p:nvGraphicFramePr>
          <p:cNvPr id="29" name="Object 4"/>
          <p:cNvGraphicFramePr>
            <a:graphicFrameLocks noChangeAspect="1"/>
          </p:cNvGraphicFramePr>
          <p:nvPr/>
        </p:nvGraphicFramePr>
        <p:xfrm>
          <a:off x="6243089" y="2879725"/>
          <a:ext cx="1414462" cy="803275"/>
        </p:xfrm>
        <a:graphic>
          <a:graphicData uri="http://schemas.openxmlformats.org/presentationml/2006/ole">
            <mc:AlternateContent xmlns:mc="http://schemas.openxmlformats.org/markup-compatibility/2006">
              <mc:Choice xmlns:v="urn:schemas-microsoft-com:vml" Requires="v">
                <p:oleObj name="Equation" r:id="rId10" imgW="26822400" imgH="15240000" progId="Equation.DSMT4">
                  <p:embed/>
                </p:oleObj>
              </mc:Choice>
              <mc:Fallback>
                <p:oleObj name="Equation" r:id="rId10" imgW="26822400" imgH="15240000" progId="Equation.DSMT4">
                  <p:embed/>
                  <p:pic>
                    <p:nvPicPr>
                      <p:cNvPr id="0" name="图片 29"/>
                      <p:cNvPicPr>
                        <a:picLocks noChangeAspect="1" noChangeArrowheads="1"/>
                      </p:cNvPicPr>
                      <p:nvPr/>
                    </p:nvPicPr>
                    <p:blipFill>
                      <a:blip r:embed="rId11"/>
                      <a:srcRect/>
                      <a:stretch>
                        <a:fillRect/>
                      </a:stretch>
                    </p:blipFill>
                    <p:spPr bwMode="auto">
                      <a:xfrm>
                        <a:off x="6243089" y="2879725"/>
                        <a:ext cx="1414462" cy="8032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1" name="Object 5"/>
          <p:cNvGraphicFramePr>
            <a:graphicFrameLocks noChangeAspect="1"/>
          </p:cNvGraphicFramePr>
          <p:nvPr/>
        </p:nvGraphicFramePr>
        <p:xfrm>
          <a:off x="1414450" y="2139209"/>
          <a:ext cx="10482275" cy="1284699"/>
        </p:xfrm>
        <a:graphic>
          <a:graphicData uri="http://schemas.openxmlformats.org/presentationml/2006/ole">
            <mc:AlternateContent xmlns:mc="http://schemas.openxmlformats.org/markup-compatibility/2006">
              <mc:Choice xmlns:v="urn:schemas-microsoft-com:vml" Requires="v">
                <p:oleObj name="Document" r:id="rId12" imgW="9875520" imgH="1216025" progId="Word.Document.8">
                  <p:embed/>
                </p:oleObj>
              </mc:Choice>
              <mc:Fallback>
                <p:oleObj name="Document" r:id="rId12" imgW="9875520" imgH="1216025" progId="Word.Document.8">
                  <p:embed/>
                  <p:pic>
                    <p:nvPicPr>
                      <p:cNvPr id="0" name="图片 31"/>
                      <p:cNvPicPr>
                        <a:picLocks noChangeAspect="1" noChangeArrowheads="1"/>
                      </p:cNvPicPr>
                      <p:nvPr/>
                    </p:nvPicPr>
                    <p:blipFill>
                      <a:blip r:embed="rId13"/>
                      <a:srcRect/>
                      <a:stretch>
                        <a:fillRect/>
                      </a:stretch>
                    </p:blipFill>
                    <p:spPr bwMode="auto">
                      <a:xfrm>
                        <a:off x="1414450" y="2139209"/>
                        <a:ext cx="10482275" cy="1284699"/>
                      </a:xfrm>
                      <a:prstGeom prst="rect">
                        <a:avLst/>
                      </a:prstGeom>
                      <a:noFill/>
                      <a:ln>
                        <a:noFill/>
                      </a:ln>
                      <a:effectLst/>
                    </p:spPr>
                  </p:pic>
                </p:oleObj>
              </mc:Fallback>
            </mc:AlternateContent>
          </a:graphicData>
        </a:graphic>
      </p:graphicFrame>
      <p:sp>
        <p:nvSpPr>
          <p:cNvPr id="33" name="Text Box 6"/>
          <p:cNvSpPr txBox="1">
            <a:spLocks noChangeArrowheads="1"/>
          </p:cNvSpPr>
          <p:nvPr/>
        </p:nvSpPr>
        <p:spPr bwMode="auto">
          <a:xfrm>
            <a:off x="1414450" y="3808884"/>
            <a:ext cx="6034088"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400" dirty="0">
                <a:latin typeface="+mn-ea"/>
                <a:ea typeface="+mn-ea"/>
              </a:rPr>
              <a:t>又设位置函数为</a:t>
            </a:r>
            <a:r>
              <a:rPr kumimoji="1" lang="en-US" altLang="zh-CN" sz="2400" dirty="0">
                <a:latin typeface="+mn-ea"/>
                <a:ea typeface="+mn-ea"/>
              </a:rPr>
              <a:t>s(t)</a:t>
            </a:r>
            <a:r>
              <a:rPr kumimoji="1" lang="zh-CN" altLang="en-US" sz="2400" dirty="0">
                <a:latin typeface="+mn-ea"/>
                <a:ea typeface="+mn-ea"/>
              </a:rPr>
              <a:t>，则路程为：</a:t>
            </a:r>
          </a:p>
        </p:txBody>
      </p:sp>
      <p:graphicFrame>
        <p:nvGraphicFramePr>
          <p:cNvPr id="34" name="Object 7"/>
          <p:cNvGraphicFramePr>
            <a:graphicFrameLocks noChangeAspect="1"/>
          </p:cNvGraphicFramePr>
          <p:nvPr/>
        </p:nvGraphicFramePr>
        <p:xfrm>
          <a:off x="5916601" y="3865091"/>
          <a:ext cx="1582737" cy="406400"/>
        </p:xfrm>
        <a:graphic>
          <a:graphicData uri="http://schemas.openxmlformats.org/presentationml/2006/ole">
            <mc:AlternateContent xmlns:mc="http://schemas.openxmlformats.org/markup-compatibility/2006">
              <mc:Choice xmlns:v="urn:schemas-microsoft-com:vml" Requires="v">
                <p:oleObj name="Equation" r:id="rId14" imgW="35661600" imgH="9144000" progId="Equation.DSMT4">
                  <p:embed/>
                </p:oleObj>
              </mc:Choice>
              <mc:Fallback>
                <p:oleObj name="Equation" r:id="rId14" imgW="35661600" imgH="9144000" progId="Equation.DSMT4">
                  <p:embed/>
                  <p:pic>
                    <p:nvPicPr>
                      <p:cNvPr id="0" name="图片 34"/>
                      <p:cNvPicPr>
                        <a:picLocks noChangeAspect="1" noChangeArrowheads="1"/>
                      </p:cNvPicPr>
                      <p:nvPr/>
                    </p:nvPicPr>
                    <p:blipFill>
                      <a:blip r:embed="rId15"/>
                      <a:srcRect/>
                      <a:stretch>
                        <a:fillRect/>
                      </a:stretch>
                    </p:blipFill>
                    <p:spPr bwMode="auto">
                      <a:xfrm>
                        <a:off x="5916601" y="3865091"/>
                        <a:ext cx="1582737" cy="406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6" name="Object 9"/>
          <p:cNvGraphicFramePr>
            <a:graphicFrameLocks noChangeAspect="1"/>
          </p:cNvGraphicFramePr>
          <p:nvPr/>
        </p:nvGraphicFramePr>
        <p:xfrm>
          <a:off x="4237832" y="4472368"/>
          <a:ext cx="3716337" cy="754063"/>
        </p:xfrm>
        <a:graphic>
          <a:graphicData uri="http://schemas.openxmlformats.org/presentationml/2006/ole">
            <mc:AlternateContent xmlns:mc="http://schemas.openxmlformats.org/markup-compatibility/2006">
              <mc:Choice xmlns:v="urn:schemas-microsoft-com:vml" Requires="v">
                <p:oleObj name="Equation" r:id="rId16" imgW="75895200" imgH="15240000" progId="Equation.DSMT4">
                  <p:embed/>
                </p:oleObj>
              </mc:Choice>
              <mc:Fallback>
                <p:oleObj name="Equation" r:id="rId16" imgW="75895200" imgH="15240000" progId="Equation.DSMT4">
                  <p:embed/>
                  <p:pic>
                    <p:nvPicPr>
                      <p:cNvPr id="0" name="图片 36"/>
                      <p:cNvPicPr>
                        <a:picLocks noChangeAspect="1" noChangeArrowheads="1"/>
                      </p:cNvPicPr>
                      <p:nvPr/>
                    </p:nvPicPr>
                    <p:blipFill>
                      <a:blip r:embed="rId17"/>
                      <a:srcRect/>
                      <a:stretch>
                        <a:fillRect/>
                      </a:stretch>
                    </p:blipFill>
                    <p:spPr bwMode="auto">
                      <a:xfrm>
                        <a:off x="4237832" y="4472368"/>
                        <a:ext cx="3716337" cy="7540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wipe(left)">
                                      <p:cBhvr>
                                        <p:cTn id="11" dur="500"/>
                                        <p:tgtEl>
                                          <p:spTgt spid="8"/>
                                        </p:tgtEl>
                                      </p:cBhvr>
                                    </p:animEffect>
                                  </p:childTnLst>
                                </p:cTn>
                              </p:par>
                            </p:childTnLst>
                          </p:cTn>
                        </p:par>
                        <p:par>
                          <p:cTn id="12" fill="hold">
                            <p:stCondLst>
                              <p:cond delay="1000"/>
                            </p:stCondLst>
                            <p:childTnLst>
                              <p:par>
                                <p:cTn id="13" presetID="22" presetClass="entr" presetSubtype="8" fill="hold" grpId="0" nodeType="afterEffect">
                                  <p:stCondLst>
                                    <p:cond delay="0"/>
                                  </p:stCondLst>
                                  <p:childTnLst>
                                    <p:set>
                                      <p:cBhvr>
                                        <p:cTn id="14" dur="1" fill="hold">
                                          <p:stCondLst>
                                            <p:cond delay="0"/>
                                          </p:stCondLst>
                                        </p:cTn>
                                        <p:tgtEl>
                                          <p:spTgt spid="9"/>
                                        </p:tgtEl>
                                        <p:attrNameLst>
                                          <p:attrName>style.visibility</p:attrName>
                                        </p:attrNameLst>
                                      </p:cBhvr>
                                      <p:to>
                                        <p:strVal val="visible"/>
                                      </p:to>
                                    </p:set>
                                    <p:animEffect transition="in" filter="wipe(left)">
                                      <p:cBhvr>
                                        <p:cTn id="15" dur="500"/>
                                        <p:tgtEl>
                                          <p:spTgt spid="9"/>
                                        </p:tgtEl>
                                      </p:cBhvr>
                                    </p:animEffect>
                                  </p:childTnLst>
                                </p:cTn>
                              </p:par>
                            </p:childTnLst>
                          </p:cTn>
                        </p:par>
                        <p:par>
                          <p:cTn id="16" fill="hold">
                            <p:stCondLst>
                              <p:cond delay="1500"/>
                            </p:stCondLst>
                            <p:childTnLst>
                              <p:par>
                                <p:cTn id="17" presetID="22" presetClass="entr" presetSubtype="8" fill="hold" nodeType="afterEffect">
                                  <p:stCondLst>
                                    <p:cond delay="1000"/>
                                  </p:stCondLst>
                                  <p:childTnLst>
                                    <p:set>
                                      <p:cBhvr>
                                        <p:cTn id="18" dur="1" fill="hold">
                                          <p:stCondLst>
                                            <p:cond delay="0"/>
                                          </p:stCondLst>
                                        </p:cTn>
                                        <p:tgtEl>
                                          <p:spTgt spid="11"/>
                                        </p:tgtEl>
                                        <p:attrNameLst>
                                          <p:attrName>style.visibility</p:attrName>
                                        </p:attrNameLst>
                                      </p:cBhvr>
                                      <p:to>
                                        <p:strVal val="visible"/>
                                      </p:to>
                                    </p:set>
                                    <p:animEffect transition="in" filter="wipe(left)">
                                      <p:cBhvr>
                                        <p:cTn id="19" dur="1000"/>
                                        <p:tgtEl>
                                          <p:spTgt spid="11"/>
                                        </p:tgtEl>
                                      </p:cBhvr>
                                    </p:animEffect>
                                  </p:childTnLst>
                                </p:cTn>
                              </p:par>
                            </p:childTnLst>
                          </p:cTn>
                        </p:par>
                        <p:par>
                          <p:cTn id="20" fill="hold">
                            <p:stCondLst>
                              <p:cond delay="3500"/>
                            </p:stCondLst>
                            <p:childTnLst>
                              <p:par>
                                <p:cTn id="21" presetID="22" presetClass="entr" presetSubtype="8" fill="hold" nodeType="afterEffect">
                                  <p:stCondLst>
                                    <p:cond delay="500"/>
                                  </p:stCondLst>
                                  <p:childTnLst>
                                    <p:set>
                                      <p:cBhvr>
                                        <p:cTn id="22" dur="1" fill="hold">
                                          <p:stCondLst>
                                            <p:cond delay="0"/>
                                          </p:stCondLst>
                                        </p:cTn>
                                        <p:tgtEl>
                                          <p:spTgt spid="22"/>
                                        </p:tgtEl>
                                        <p:attrNameLst>
                                          <p:attrName>style.visibility</p:attrName>
                                        </p:attrNameLst>
                                      </p:cBhvr>
                                      <p:to>
                                        <p:strVal val="visible"/>
                                      </p:to>
                                    </p:set>
                                    <p:animEffect transition="in" filter="wipe(left)">
                                      <p:cBhvr>
                                        <p:cTn id="23" dur="500"/>
                                        <p:tgtEl>
                                          <p:spTgt spid="22"/>
                                        </p:tgtEl>
                                      </p:cBhvr>
                                    </p:animEffect>
                                  </p:childTnLst>
                                </p:cTn>
                              </p:par>
                            </p:childTnLst>
                          </p:cTn>
                        </p:par>
                        <p:par>
                          <p:cTn id="24" fill="hold">
                            <p:stCondLst>
                              <p:cond delay="4500"/>
                            </p:stCondLst>
                            <p:childTnLst>
                              <p:par>
                                <p:cTn id="25" presetID="16" presetClass="entr" presetSubtype="37" fill="hold" nodeType="afterEffect">
                                  <p:stCondLst>
                                    <p:cond delay="1000"/>
                                  </p:stCondLst>
                                  <p:childTnLst>
                                    <p:set>
                                      <p:cBhvr>
                                        <p:cTn id="26" dur="1" fill="hold">
                                          <p:stCondLst>
                                            <p:cond delay="0"/>
                                          </p:stCondLst>
                                        </p:cTn>
                                        <p:tgtEl>
                                          <p:spTgt spid="10"/>
                                        </p:tgtEl>
                                        <p:attrNameLst>
                                          <p:attrName>style.visibility</p:attrName>
                                        </p:attrNameLst>
                                      </p:cBhvr>
                                      <p:to>
                                        <p:strVal val="visible"/>
                                      </p:to>
                                    </p:set>
                                    <p:animEffect transition="in" filter="barn(outVertical)">
                                      <p:cBhvr>
                                        <p:cTn id="27" dur="1000"/>
                                        <p:tgtEl>
                                          <p:spTgt spid="10"/>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nodeType="clickEffect">
                                  <p:stCondLst>
                                    <p:cond delay="0"/>
                                  </p:stCondLst>
                                  <p:childTnLst>
                                    <p:set>
                                      <p:cBhvr>
                                        <p:cTn id="31" dur="1" fill="hold">
                                          <p:stCondLst>
                                            <p:cond delay="0"/>
                                          </p:stCondLst>
                                        </p:cTn>
                                        <p:tgtEl>
                                          <p:spTgt spid="26"/>
                                        </p:tgtEl>
                                        <p:attrNameLst>
                                          <p:attrName>style.visibility</p:attrName>
                                        </p:attrNameLst>
                                      </p:cBhvr>
                                      <p:to>
                                        <p:strVal val="visible"/>
                                      </p:to>
                                    </p:set>
                                    <p:animEffect transition="in" filter="wipe(left)">
                                      <p:cBhvr>
                                        <p:cTn id="32" dur="500"/>
                                        <p:tgtEl>
                                          <p:spTgt spid="26"/>
                                        </p:tgtEl>
                                      </p:cBhvr>
                                    </p:animEffect>
                                  </p:childTnLst>
                                </p:cTn>
                              </p:par>
                            </p:childTnLst>
                          </p:cTn>
                        </p:par>
                      </p:childTnLst>
                    </p:cTn>
                  </p:par>
                  <p:par>
                    <p:cTn id="33" fill="hold">
                      <p:stCondLst>
                        <p:cond delay="indefinite"/>
                      </p:stCondLst>
                      <p:childTnLst>
                        <p:par>
                          <p:cTn id="34" fill="hold">
                            <p:stCondLst>
                              <p:cond delay="0"/>
                            </p:stCondLst>
                            <p:childTnLst>
                              <p:par>
                                <p:cTn id="35" presetID="22" presetClass="entr" presetSubtype="8" fill="hold" grpId="0" nodeType="clickEffect">
                                  <p:stCondLst>
                                    <p:cond delay="0"/>
                                  </p:stCondLst>
                                  <p:iterate type="lt">
                                    <p:tmPct val="100000"/>
                                  </p:iterate>
                                  <p:childTnLst>
                                    <p:set>
                                      <p:cBhvr>
                                        <p:cTn id="36" dur="1" fill="hold">
                                          <p:stCondLst>
                                            <p:cond delay="0"/>
                                          </p:stCondLst>
                                        </p:cTn>
                                        <p:tgtEl>
                                          <p:spTgt spid="27"/>
                                        </p:tgtEl>
                                        <p:attrNameLst>
                                          <p:attrName>style.visibility</p:attrName>
                                        </p:attrNameLst>
                                      </p:cBhvr>
                                      <p:to>
                                        <p:strVal val="visible"/>
                                      </p:to>
                                    </p:set>
                                    <p:animEffect transition="in" filter="wipe(left)">
                                      <p:cBhvr>
                                        <p:cTn id="37" dur="75"/>
                                        <p:tgtEl>
                                          <p:spTgt spid="27"/>
                                        </p:tgtEl>
                                      </p:cBhvr>
                                    </p:animEffect>
                                  </p:childTnLst>
                                </p:cTn>
                              </p:par>
                            </p:childTnLst>
                          </p:cTn>
                        </p:par>
                        <p:par>
                          <p:cTn id="38" fill="hold">
                            <p:stCondLst>
                              <p:cond delay="75"/>
                            </p:stCondLst>
                            <p:childTnLst>
                              <p:par>
                                <p:cTn id="39" presetID="22" presetClass="entr" presetSubtype="8" fill="hold" nodeType="afterEffect">
                                  <p:stCondLst>
                                    <p:cond delay="0"/>
                                  </p:stCondLst>
                                  <p:childTnLst>
                                    <p:set>
                                      <p:cBhvr>
                                        <p:cTn id="40" dur="1" fill="hold">
                                          <p:stCondLst>
                                            <p:cond delay="0"/>
                                          </p:stCondLst>
                                        </p:cTn>
                                        <p:tgtEl>
                                          <p:spTgt spid="28"/>
                                        </p:tgtEl>
                                        <p:attrNameLst>
                                          <p:attrName>style.visibility</p:attrName>
                                        </p:attrNameLst>
                                      </p:cBhvr>
                                      <p:to>
                                        <p:strVal val="visible"/>
                                      </p:to>
                                    </p:set>
                                    <p:animEffect transition="in" filter="wipe(left)">
                                      <p:cBhvr>
                                        <p:cTn id="41" dur="500"/>
                                        <p:tgtEl>
                                          <p:spTgt spid="28"/>
                                        </p:tgtEl>
                                      </p:cBhvr>
                                    </p:animEffect>
                                  </p:childTnLst>
                                </p:cTn>
                              </p:par>
                            </p:childTnLst>
                          </p:cTn>
                        </p:par>
                      </p:childTnLst>
                    </p:cTn>
                  </p:par>
                  <p:par>
                    <p:cTn id="42" fill="hold">
                      <p:stCondLst>
                        <p:cond delay="indefinite"/>
                      </p:stCondLst>
                      <p:childTnLst>
                        <p:par>
                          <p:cTn id="43" fill="hold">
                            <p:stCondLst>
                              <p:cond delay="0"/>
                            </p:stCondLst>
                            <p:childTnLst>
                              <p:par>
                                <p:cTn id="44" presetID="22" presetClass="entr" presetSubtype="8" fill="hold" nodeType="clickEffect">
                                  <p:stCondLst>
                                    <p:cond delay="0"/>
                                  </p:stCondLst>
                                  <p:childTnLst>
                                    <p:set>
                                      <p:cBhvr>
                                        <p:cTn id="45" dur="1" fill="hold">
                                          <p:stCondLst>
                                            <p:cond delay="0"/>
                                          </p:stCondLst>
                                        </p:cTn>
                                        <p:tgtEl>
                                          <p:spTgt spid="29"/>
                                        </p:tgtEl>
                                        <p:attrNameLst>
                                          <p:attrName>style.visibility</p:attrName>
                                        </p:attrNameLst>
                                      </p:cBhvr>
                                      <p:to>
                                        <p:strVal val="visible"/>
                                      </p:to>
                                    </p:set>
                                    <p:animEffect transition="in" filter="wipe(left)">
                                      <p:cBhvr>
                                        <p:cTn id="46" dur="500"/>
                                        <p:tgtEl>
                                          <p:spTgt spid="2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p:bldP spid="27" grpId="0" animBg="1" autoUpdateAnimBg="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（一）问题的提出</a:t>
            </a:r>
          </a:p>
        </p:txBody>
      </p:sp>
      <p:graphicFrame>
        <p:nvGraphicFramePr>
          <p:cNvPr id="3" name="Object 7"/>
          <p:cNvGraphicFramePr>
            <a:graphicFrameLocks noChangeAspect="1"/>
          </p:cNvGraphicFramePr>
          <p:nvPr/>
        </p:nvGraphicFramePr>
        <p:xfrm>
          <a:off x="4237831" y="1543050"/>
          <a:ext cx="3716338" cy="754063"/>
        </p:xfrm>
        <a:graphic>
          <a:graphicData uri="http://schemas.openxmlformats.org/presentationml/2006/ole">
            <mc:AlternateContent xmlns:mc="http://schemas.openxmlformats.org/markup-compatibility/2006">
              <mc:Choice xmlns:v="urn:schemas-microsoft-com:vml" Requires="v">
                <p:oleObj name="Equation" r:id="rId2" imgW="75895200" imgH="15240000" progId="Equation.DSMT4">
                  <p:embed/>
                </p:oleObj>
              </mc:Choice>
              <mc:Fallback>
                <p:oleObj name="Equation" r:id="rId2" imgW="75895200" imgH="15240000" progId="Equation.DSMT4">
                  <p:embed/>
                  <p:pic>
                    <p:nvPicPr>
                      <p:cNvPr id="0" name="图片 3"/>
                      <p:cNvPicPr>
                        <a:picLocks noChangeAspect="1" noChangeArrowheads="1"/>
                      </p:cNvPicPr>
                      <p:nvPr/>
                    </p:nvPicPr>
                    <p:blipFill>
                      <a:blip r:embed="rId3"/>
                      <a:srcRect/>
                      <a:stretch>
                        <a:fillRect/>
                      </a:stretch>
                    </p:blipFill>
                    <p:spPr bwMode="auto">
                      <a:xfrm>
                        <a:off x="4237831" y="1543050"/>
                        <a:ext cx="3716338" cy="7540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 name="Object 2"/>
          <p:cNvGraphicFramePr>
            <a:graphicFrameLocks noChangeAspect="1"/>
          </p:cNvGraphicFramePr>
          <p:nvPr/>
        </p:nvGraphicFramePr>
        <p:xfrm>
          <a:off x="3290888" y="2823369"/>
          <a:ext cx="4729162" cy="427038"/>
        </p:xfrm>
        <a:graphic>
          <a:graphicData uri="http://schemas.openxmlformats.org/presentationml/2006/ole">
            <mc:AlternateContent xmlns:mc="http://schemas.openxmlformats.org/markup-compatibility/2006">
              <mc:Choice xmlns:v="urn:schemas-microsoft-com:vml" Requires="v">
                <p:oleObj name="Equation" r:id="rId4" imgW="94792800" imgH="8534400" progId="Equation.DSMT4">
                  <p:embed/>
                </p:oleObj>
              </mc:Choice>
              <mc:Fallback>
                <p:oleObj name="Equation" r:id="rId4" imgW="94792800" imgH="8534400" progId="Equation.DSMT4">
                  <p:embed/>
                  <p:pic>
                    <p:nvPicPr>
                      <p:cNvPr id="0" name="图片 5"/>
                      <p:cNvPicPr>
                        <a:picLocks noChangeAspect="1" noChangeArrowheads="1"/>
                      </p:cNvPicPr>
                      <p:nvPr/>
                    </p:nvPicPr>
                    <p:blipFill>
                      <a:blip r:embed="rId5"/>
                      <a:srcRect/>
                      <a:stretch>
                        <a:fillRect/>
                      </a:stretch>
                    </p:blipFill>
                    <p:spPr bwMode="auto">
                      <a:xfrm>
                        <a:off x="3290888" y="2823369"/>
                        <a:ext cx="4729162" cy="427038"/>
                      </a:xfrm>
                      <a:prstGeom prst="rect">
                        <a:avLst/>
                      </a:prstGeom>
                      <a:noFill/>
                      <a:ln>
                        <a:noFill/>
                      </a:ln>
                      <a:effectLst/>
                    </p:spPr>
                  </p:pic>
                </p:oleObj>
              </mc:Fallback>
            </mc:AlternateContent>
          </a:graphicData>
        </a:graphic>
      </p:graphicFrame>
      <p:graphicFrame>
        <p:nvGraphicFramePr>
          <p:cNvPr id="7" name="Object 3"/>
          <p:cNvGraphicFramePr>
            <a:graphicFrameLocks noChangeAspect="1"/>
          </p:cNvGraphicFramePr>
          <p:nvPr/>
        </p:nvGraphicFramePr>
        <p:xfrm>
          <a:off x="3290888" y="3512028"/>
          <a:ext cx="2982912" cy="677862"/>
        </p:xfrm>
        <a:graphic>
          <a:graphicData uri="http://schemas.openxmlformats.org/presentationml/2006/ole">
            <mc:AlternateContent xmlns:mc="http://schemas.openxmlformats.org/markup-compatibility/2006">
              <mc:Choice xmlns:v="urn:schemas-microsoft-com:vml" Requires="v">
                <p:oleObj name="Equation" r:id="rId6" imgW="67056000" imgH="15240000" progId="Equation.DSMT4">
                  <p:embed/>
                </p:oleObj>
              </mc:Choice>
              <mc:Fallback>
                <p:oleObj name="Equation" r:id="rId6" imgW="67056000" imgH="15240000" progId="Equation.DSMT4">
                  <p:embed/>
                  <p:pic>
                    <p:nvPicPr>
                      <p:cNvPr id="0" name="图片 7"/>
                      <p:cNvPicPr>
                        <a:picLocks noChangeAspect="1" noChangeArrowheads="1"/>
                      </p:cNvPicPr>
                      <p:nvPr/>
                    </p:nvPicPr>
                    <p:blipFill>
                      <a:blip r:embed="rId7"/>
                      <a:srcRect/>
                      <a:stretch>
                        <a:fillRect/>
                      </a:stretch>
                    </p:blipFill>
                    <p:spPr bwMode="auto">
                      <a:xfrm>
                        <a:off x="3290888" y="3512028"/>
                        <a:ext cx="2982912" cy="6778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 name="Object 4"/>
          <p:cNvGraphicFramePr>
            <a:graphicFrameLocks noChangeAspect="1"/>
          </p:cNvGraphicFramePr>
          <p:nvPr/>
        </p:nvGraphicFramePr>
        <p:xfrm>
          <a:off x="3290888" y="4451511"/>
          <a:ext cx="3975100" cy="420687"/>
        </p:xfrm>
        <a:graphic>
          <a:graphicData uri="http://schemas.openxmlformats.org/presentationml/2006/ole">
            <mc:AlternateContent xmlns:mc="http://schemas.openxmlformats.org/markup-compatibility/2006">
              <mc:Choice xmlns:v="urn:schemas-microsoft-com:vml" Requires="v">
                <p:oleObj name="Equation" r:id="rId8" imgW="86563200" imgH="9144000" progId="Equation.DSMT4">
                  <p:embed/>
                </p:oleObj>
              </mc:Choice>
              <mc:Fallback>
                <p:oleObj name="Equation" r:id="rId8" imgW="86563200" imgH="9144000" progId="Equation.DSMT4">
                  <p:embed/>
                  <p:pic>
                    <p:nvPicPr>
                      <p:cNvPr id="0" name="图片 9"/>
                      <p:cNvPicPr>
                        <a:picLocks noChangeAspect="1" noChangeArrowheads="1"/>
                      </p:cNvPicPr>
                      <p:nvPr/>
                    </p:nvPicPr>
                    <p:blipFill>
                      <a:blip r:embed="rId9"/>
                      <a:srcRect/>
                      <a:stretch>
                        <a:fillRect/>
                      </a:stretch>
                    </p:blipFill>
                    <p:spPr bwMode="auto">
                      <a:xfrm>
                        <a:off x="3290888" y="4451511"/>
                        <a:ext cx="3975100" cy="4206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 name="Object 5"/>
          <p:cNvGraphicFramePr>
            <a:graphicFrameLocks noChangeAspect="1"/>
          </p:cNvGraphicFramePr>
          <p:nvPr/>
        </p:nvGraphicFramePr>
        <p:xfrm>
          <a:off x="3290888" y="5133820"/>
          <a:ext cx="4946650" cy="454025"/>
        </p:xfrm>
        <a:graphic>
          <a:graphicData uri="http://schemas.openxmlformats.org/presentationml/2006/ole">
            <mc:AlternateContent xmlns:mc="http://schemas.openxmlformats.org/markup-compatibility/2006">
              <mc:Choice xmlns:v="urn:schemas-microsoft-com:vml" Requires="v">
                <p:oleObj name="Equation" r:id="rId10" imgW="106375200" imgH="9753600" progId="Equation.DSMT4">
                  <p:embed/>
                </p:oleObj>
              </mc:Choice>
              <mc:Fallback>
                <p:oleObj name="Equation" r:id="rId10" imgW="106375200" imgH="9753600" progId="Equation.DSMT4">
                  <p:embed/>
                  <p:pic>
                    <p:nvPicPr>
                      <p:cNvPr id="0" name="图片 11"/>
                      <p:cNvPicPr>
                        <a:picLocks noChangeAspect="1" noChangeArrowheads="1"/>
                      </p:cNvPicPr>
                      <p:nvPr/>
                    </p:nvPicPr>
                    <p:blipFill>
                      <a:blip r:embed="rId11"/>
                      <a:srcRect/>
                      <a:stretch>
                        <a:fillRect/>
                      </a:stretch>
                    </p:blipFill>
                    <p:spPr bwMode="auto">
                      <a:xfrm>
                        <a:off x="3290888" y="5133820"/>
                        <a:ext cx="4946650" cy="45402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left)">
                                      <p:cBhvr>
                                        <p:cTn id="1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（一）问题的提出</a:t>
            </a:r>
          </a:p>
        </p:txBody>
      </p:sp>
      <p:grpSp>
        <p:nvGrpSpPr>
          <p:cNvPr id="3" name="组合 2"/>
          <p:cNvGrpSpPr/>
          <p:nvPr/>
        </p:nvGrpSpPr>
        <p:grpSpPr>
          <a:xfrm>
            <a:off x="1854906" y="2826037"/>
            <a:ext cx="436247" cy="535675"/>
            <a:chOff x="8583900" y="485775"/>
            <a:chExt cx="2260880" cy="2776171"/>
          </a:xfrm>
        </p:grpSpPr>
        <p:grpSp>
          <p:nvGrpSpPr>
            <p:cNvPr id="4" name="组合 3"/>
            <p:cNvGrpSpPr/>
            <p:nvPr/>
          </p:nvGrpSpPr>
          <p:grpSpPr>
            <a:xfrm>
              <a:off x="8969009" y="485775"/>
              <a:ext cx="1404938" cy="2270125"/>
              <a:chOff x="8969009" y="485775"/>
              <a:chExt cx="1404938" cy="2270125"/>
            </a:xfrm>
          </p:grpSpPr>
          <p:sp>
            <p:nvSpPr>
              <p:cNvPr id="6" name="î$ḷîḑe"/>
              <p:cNvSpPr/>
              <p:nvPr/>
            </p:nvSpPr>
            <p:spPr bwMode="auto">
              <a:xfrm>
                <a:off x="9054734" y="485775"/>
                <a:ext cx="1319213" cy="2270125"/>
              </a:xfrm>
              <a:custGeom>
                <a:avLst/>
                <a:gdLst>
                  <a:gd name="T0" fmla="*/ 241 w 400"/>
                  <a:gd name="T1" fmla="*/ 407 h 689"/>
                  <a:gd name="T2" fmla="*/ 241 w 400"/>
                  <a:gd name="T3" fmla="*/ 472 h 689"/>
                  <a:gd name="T4" fmla="*/ 192 w 400"/>
                  <a:gd name="T5" fmla="*/ 520 h 689"/>
                  <a:gd name="T6" fmla="*/ 144 w 400"/>
                  <a:gd name="T7" fmla="*/ 472 h 689"/>
                  <a:gd name="T8" fmla="*/ 144 w 400"/>
                  <a:gd name="T9" fmla="*/ 369 h 689"/>
                  <a:gd name="T10" fmla="*/ 145 w 400"/>
                  <a:gd name="T11" fmla="*/ 367 h 689"/>
                  <a:gd name="T12" fmla="*/ 144 w 400"/>
                  <a:gd name="T13" fmla="*/ 365 h 689"/>
                  <a:gd name="T14" fmla="*/ 192 w 400"/>
                  <a:gd name="T15" fmla="*/ 317 h 689"/>
                  <a:gd name="T16" fmla="*/ 305 w 400"/>
                  <a:gd name="T17" fmla="*/ 207 h 689"/>
                  <a:gd name="T18" fmla="*/ 192 w 400"/>
                  <a:gd name="T19" fmla="*/ 96 h 689"/>
                  <a:gd name="T20" fmla="*/ 98 w 400"/>
                  <a:gd name="T21" fmla="*/ 150 h 689"/>
                  <a:gd name="T22" fmla="*/ 31 w 400"/>
                  <a:gd name="T23" fmla="*/ 168 h 689"/>
                  <a:gd name="T24" fmla="*/ 14 w 400"/>
                  <a:gd name="T25" fmla="*/ 102 h 689"/>
                  <a:gd name="T26" fmla="*/ 192 w 400"/>
                  <a:gd name="T27" fmla="*/ 0 h 689"/>
                  <a:gd name="T28" fmla="*/ 400 w 400"/>
                  <a:gd name="T29" fmla="*/ 207 h 689"/>
                  <a:gd name="T30" fmla="*/ 241 w 400"/>
                  <a:gd name="T31" fmla="*/ 407 h 689"/>
                  <a:gd name="T32" fmla="*/ 241 w 400"/>
                  <a:gd name="T33" fmla="*/ 623 h 689"/>
                  <a:gd name="T34" fmla="*/ 241 w 400"/>
                  <a:gd name="T35" fmla="*/ 641 h 689"/>
                  <a:gd name="T36" fmla="*/ 192 w 400"/>
                  <a:gd name="T37" fmla="*/ 689 h 689"/>
                  <a:gd name="T38" fmla="*/ 144 w 400"/>
                  <a:gd name="T39" fmla="*/ 641 h 689"/>
                  <a:gd name="T40" fmla="*/ 144 w 400"/>
                  <a:gd name="T41" fmla="*/ 623 h 689"/>
                  <a:gd name="T42" fmla="*/ 192 w 400"/>
                  <a:gd name="T43" fmla="*/ 575 h 689"/>
                  <a:gd name="T44" fmla="*/ 241 w 400"/>
                  <a:gd name="T45" fmla="*/ 623 h 6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00" h="689">
                    <a:moveTo>
                      <a:pt x="241" y="407"/>
                    </a:moveTo>
                    <a:cubicBezTo>
                      <a:pt x="241" y="472"/>
                      <a:pt x="241" y="472"/>
                      <a:pt x="241" y="472"/>
                    </a:cubicBezTo>
                    <a:cubicBezTo>
                      <a:pt x="241" y="499"/>
                      <a:pt x="220" y="520"/>
                      <a:pt x="192" y="520"/>
                    </a:cubicBezTo>
                    <a:cubicBezTo>
                      <a:pt x="167" y="520"/>
                      <a:pt x="144" y="499"/>
                      <a:pt x="144" y="472"/>
                    </a:cubicBezTo>
                    <a:cubicBezTo>
                      <a:pt x="144" y="369"/>
                      <a:pt x="144" y="369"/>
                      <a:pt x="144" y="369"/>
                    </a:cubicBezTo>
                    <a:cubicBezTo>
                      <a:pt x="144" y="368"/>
                      <a:pt x="145" y="368"/>
                      <a:pt x="145" y="367"/>
                    </a:cubicBezTo>
                    <a:cubicBezTo>
                      <a:pt x="144" y="366"/>
                      <a:pt x="144" y="366"/>
                      <a:pt x="144" y="365"/>
                    </a:cubicBezTo>
                    <a:cubicBezTo>
                      <a:pt x="144" y="340"/>
                      <a:pt x="167" y="317"/>
                      <a:pt x="192" y="317"/>
                    </a:cubicBezTo>
                    <a:cubicBezTo>
                      <a:pt x="254" y="317"/>
                      <a:pt x="305" y="268"/>
                      <a:pt x="305" y="207"/>
                    </a:cubicBezTo>
                    <a:cubicBezTo>
                      <a:pt x="305" y="144"/>
                      <a:pt x="254" y="96"/>
                      <a:pt x="192" y="96"/>
                    </a:cubicBezTo>
                    <a:cubicBezTo>
                      <a:pt x="152" y="96"/>
                      <a:pt x="116" y="118"/>
                      <a:pt x="98" y="150"/>
                    </a:cubicBezTo>
                    <a:cubicBezTo>
                      <a:pt x="84" y="174"/>
                      <a:pt x="54" y="182"/>
                      <a:pt x="31" y="168"/>
                    </a:cubicBezTo>
                    <a:cubicBezTo>
                      <a:pt x="8" y="154"/>
                      <a:pt x="0" y="126"/>
                      <a:pt x="14" y="102"/>
                    </a:cubicBezTo>
                    <a:cubicBezTo>
                      <a:pt x="49" y="41"/>
                      <a:pt x="116" y="0"/>
                      <a:pt x="192" y="0"/>
                    </a:cubicBezTo>
                    <a:cubicBezTo>
                      <a:pt x="307" y="0"/>
                      <a:pt x="400" y="92"/>
                      <a:pt x="400" y="207"/>
                    </a:cubicBezTo>
                    <a:cubicBezTo>
                      <a:pt x="400" y="304"/>
                      <a:pt x="332" y="386"/>
                      <a:pt x="241" y="407"/>
                    </a:cubicBezTo>
                    <a:close/>
                    <a:moveTo>
                      <a:pt x="241" y="623"/>
                    </a:moveTo>
                    <a:cubicBezTo>
                      <a:pt x="241" y="641"/>
                      <a:pt x="241" y="641"/>
                      <a:pt x="241" y="641"/>
                    </a:cubicBezTo>
                    <a:cubicBezTo>
                      <a:pt x="241" y="669"/>
                      <a:pt x="220" y="689"/>
                      <a:pt x="192" y="689"/>
                    </a:cubicBezTo>
                    <a:cubicBezTo>
                      <a:pt x="167" y="689"/>
                      <a:pt x="144" y="669"/>
                      <a:pt x="144" y="641"/>
                    </a:cubicBezTo>
                    <a:cubicBezTo>
                      <a:pt x="144" y="623"/>
                      <a:pt x="144" y="623"/>
                      <a:pt x="144" y="623"/>
                    </a:cubicBezTo>
                    <a:cubicBezTo>
                      <a:pt x="144" y="597"/>
                      <a:pt x="167" y="575"/>
                      <a:pt x="192" y="575"/>
                    </a:cubicBezTo>
                    <a:cubicBezTo>
                      <a:pt x="220" y="575"/>
                      <a:pt x="241" y="597"/>
                      <a:pt x="241" y="623"/>
                    </a:cubicBezTo>
                    <a:close/>
                  </a:path>
                </a:pathLst>
              </a:custGeom>
              <a:solidFill>
                <a:schemeClr val="accent6">
                  <a:lumMod val="75000"/>
                </a:schemeClr>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sp>
            <p:nvSpPr>
              <p:cNvPr id="7" name="ïṥļiďé"/>
              <p:cNvSpPr/>
              <p:nvPr/>
            </p:nvSpPr>
            <p:spPr bwMode="auto">
              <a:xfrm>
                <a:off x="8969009" y="485775"/>
                <a:ext cx="1319213" cy="2270125"/>
              </a:xfrm>
              <a:custGeom>
                <a:avLst/>
                <a:gdLst>
                  <a:gd name="T0" fmla="*/ 240 w 400"/>
                  <a:gd name="T1" fmla="*/ 407 h 689"/>
                  <a:gd name="T2" fmla="*/ 240 w 400"/>
                  <a:gd name="T3" fmla="*/ 472 h 689"/>
                  <a:gd name="T4" fmla="*/ 192 w 400"/>
                  <a:gd name="T5" fmla="*/ 520 h 689"/>
                  <a:gd name="T6" fmla="*/ 144 w 400"/>
                  <a:gd name="T7" fmla="*/ 472 h 689"/>
                  <a:gd name="T8" fmla="*/ 144 w 400"/>
                  <a:gd name="T9" fmla="*/ 369 h 689"/>
                  <a:gd name="T10" fmla="*/ 145 w 400"/>
                  <a:gd name="T11" fmla="*/ 367 h 689"/>
                  <a:gd name="T12" fmla="*/ 144 w 400"/>
                  <a:gd name="T13" fmla="*/ 365 h 689"/>
                  <a:gd name="T14" fmla="*/ 192 w 400"/>
                  <a:gd name="T15" fmla="*/ 317 h 689"/>
                  <a:gd name="T16" fmla="*/ 304 w 400"/>
                  <a:gd name="T17" fmla="*/ 207 h 689"/>
                  <a:gd name="T18" fmla="*/ 192 w 400"/>
                  <a:gd name="T19" fmla="*/ 96 h 689"/>
                  <a:gd name="T20" fmla="*/ 97 w 400"/>
                  <a:gd name="T21" fmla="*/ 150 h 689"/>
                  <a:gd name="T22" fmla="*/ 30 w 400"/>
                  <a:gd name="T23" fmla="*/ 168 h 689"/>
                  <a:gd name="T24" fmla="*/ 14 w 400"/>
                  <a:gd name="T25" fmla="*/ 102 h 689"/>
                  <a:gd name="T26" fmla="*/ 192 w 400"/>
                  <a:gd name="T27" fmla="*/ 0 h 689"/>
                  <a:gd name="T28" fmla="*/ 400 w 400"/>
                  <a:gd name="T29" fmla="*/ 207 h 689"/>
                  <a:gd name="T30" fmla="*/ 240 w 400"/>
                  <a:gd name="T31" fmla="*/ 407 h 689"/>
                  <a:gd name="T32" fmla="*/ 240 w 400"/>
                  <a:gd name="T33" fmla="*/ 623 h 689"/>
                  <a:gd name="T34" fmla="*/ 240 w 400"/>
                  <a:gd name="T35" fmla="*/ 641 h 689"/>
                  <a:gd name="T36" fmla="*/ 192 w 400"/>
                  <a:gd name="T37" fmla="*/ 689 h 689"/>
                  <a:gd name="T38" fmla="*/ 144 w 400"/>
                  <a:gd name="T39" fmla="*/ 641 h 689"/>
                  <a:gd name="T40" fmla="*/ 144 w 400"/>
                  <a:gd name="T41" fmla="*/ 623 h 689"/>
                  <a:gd name="T42" fmla="*/ 192 w 400"/>
                  <a:gd name="T43" fmla="*/ 575 h 689"/>
                  <a:gd name="T44" fmla="*/ 240 w 400"/>
                  <a:gd name="T45" fmla="*/ 623 h 68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Lst>
                <a:rect l="0" t="0" r="r" b="b"/>
                <a:pathLst>
                  <a:path w="400" h="689">
                    <a:moveTo>
                      <a:pt x="240" y="407"/>
                    </a:moveTo>
                    <a:cubicBezTo>
                      <a:pt x="240" y="472"/>
                      <a:pt x="240" y="472"/>
                      <a:pt x="240" y="472"/>
                    </a:cubicBezTo>
                    <a:cubicBezTo>
                      <a:pt x="240" y="499"/>
                      <a:pt x="220" y="520"/>
                      <a:pt x="192" y="520"/>
                    </a:cubicBezTo>
                    <a:cubicBezTo>
                      <a:pt x="166" y="520"/>
                      <a:pt x="144" y="499"/>
                      <a:pt x="144" y="472"/>
                    </a:cubicBezTo>
                    <a:cubicBezTo>
                      <a:pt x="144" y="369"/>
                      <a:pt x="144" y="369"/>
                      <a:pt x="144" y="369"/>
                    </a:cubicBezTo>
                    <a:cubicBezTo>
                      <a:pt x="144" y="368"/>
                      <a:pt x="145" y="368"/>
                      <a:pt x="145" y="367"/>
                    </a:cubicBezTo>
                    <a:cubicBezTo>
                      <a:pt x="144" y="366"/>
                      <a:pt x="144" y="366"/>
                      <a:pt x="144" y="365"/>
                    </a:cubicBezTo>
                    <a:cubicBezTo>
                      <a:pt x="144" y="340"/>
                      <a:pt x="166" y="317"/>
                      <a:pt x="192" y="317"/>
                    </a:cubicBezTo>
                    <a:cubicBezTo>
                      <a:pt x="254" y="317"/>
                      <a:pt x="304" y="268"/>
                      <a:pt x="304" y="207"/>
                    </a:cubicBezTo>
                    <a:cubicBezTo>
                      <a:pt x="304" y="144"/>
                      <a:pt x="254" y="96"/>
                      <a:pt x="192" y="96"/>
                    </a:cubicBezTo>
                    <a:cubicBezTo>
                      <a:pt x="152" y="96"/>
                      <a:pt x="116" y="118"/>
                      <a:pt x="97" y="150"/>
                    </a:cubicBezTo>
                    <a:cubicBezTo>
                      <a:pt x="84" y="174"/>
                      <a:pt x="54" y="182"/>
                      <a:pt x="30" y="168"/>
                    </a:cubicBezTo>
                    <a:cubicBezTo>
                      <a:pt x="8" y="154"/>
                      <a:pt x="0" y="126"/>
                      <a:pt x="14" y="102"/>
                    </a:cubicBezTo>
                    <a:cubicBezTo>
                      <a:pt x="49" y="41"/>
                      <a:pt x="116" y="0"/>
                      <a:pt x="192" y="0"/>
                    </a:cubicBezTo>
                    <a:cubicBezTo>
                      <a:pt x="306" y="0"/>
                      <a:pt x="400" y="92"/>
                      <a:pt x="400" y="207"/>
                    </a:cubicBezTo>
                    <a:cubicBezTo>
                      <a:pt x="400" y="304"/>
                      <a:pt x="332" y="386"/>
                      <a:pt x="240" y="407"/>
                    </a:cubicBezTo>
                    <a:close/>
                    <a:moveTo>
                      <a:pt x="240" y="623"/>
                    </a:moveTo>
                    <a:cubicBezTo>
                      <a:pt x="240" y="641"/>
                      <a:pt x="240" y="641"/>
                      <a:pt x="240" y="641"/>
                    </a:cubicBezTo>
                    <a:cubicBezTo>
                      <a:pt x="240" y="669"/>
                      <a:pt x="220" y="689"/>
                      <a:pt x="192" y="689"/>
                    </a:cubicBezTo>
                    <a:cubicBezTo>
                      <a:pt x="166" y="689"/>
                      <a:pt x="144" y="669"/>
                      <a:pt x="144" y="641"/>
                    </a:cubicBezTo>
                    <a:cubicBezTo>
                      <a:pt x="144" y="623"/>
                      <a:pt x="144" y="623"/>
                      <a:pt x="144" y="623"/>
                    </a:cubicBezTo>
                    <a:cubicBezTo>
                      <a:pt x="144" y="597"/>
                      <a:pt x="166" y="575"/>
                      <a:pt x="192" y="575"/>
                    </a:cubicBezTo>
                    <a:cubicBezTo>
                      <a:pt x="220" y="575"/>
                      <a:pt x="240" y="597"/>
                      <a:pt x="240" y="623"/>
                    </a:cubicBezTo>
                    <a:close/>
                  </a:path>
                </a:pathLst>
              </a:custGeom>
              <a:solidFill>
                <a:srgbClr val="EBB044"/>
              </a:solidFill>
              <a:ln>
                <a:noFill/>
              </a:ln>
              <a:extLst>
                <a:ext uri="{91240B29-F687-4F45-9708-019B960494DF}">
                  <a14:hiddenLine xmlns:a14="http://schemas.microsoft.com/office/drawing/2010/main" w="9525">
                    <a:solidFill>
                      <a:srgbClr val="000000"/>
                    </a:solidFill>
                    <a:round/>
                  </a14:hiddenLine>
                </a:ext>
              </a:extLst>
            </p:spPr>
            <p:txBody>
              <a:bodyPr anchor="ctr"/>
              <a:lstStyle/>
              <a:p>
                <a:pPr algn="ctr"/>
                <a:endParaRPr/>
              </a:p>
            </p:txBody>
          </p:sp>
        </p:grpSp>
        <p:sp>
          <p:nvSpPr>
            <p:cNvPr id="5" name="椭圆 4"/>
            <p:cNvSpPr/>
            <p:nvPr/>
          </p:nvSpPr>
          <p:spPr>
            <a:xfrm>
              <a:off x="8583900" y="2927838"/>
              <a:ext cx="2260880" cy="334108"/>
            </a:xfrm>
            <a:prstGeom prst="ellipse">
              <a:avLst/>
            </a:prstGeom>
            <a:solidFill>
              <a:schemeClr val="tx1">
                <a:lumMod val="50000"/>
                <a:lumOff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sp>
        <p:nvSpPr>
          <p:cNvPr id="8" name="任意多边形 7"/>
          <p:cNvSpPr/>
          <p:nvPr/>
        </p:nvSpPr>
        <p:spPr>
          <a:xfrm>
            <a:off x="2056489" y="2308340"/>
            <a:ext cx="8049760" cy="1553973"/>
          </a:xfrm>
          <a:custGeom>
            <a:avLst/>
            <a:gdLst>
              <a:gd name="connsiteX0" fmla="*/ 174099 w 9117727"/>
              <a:gd name="connsiteY0" fmla="*/ 0 h 1044575"/>
              <a:gd name="connsiteX1" fmla="*/ 8943628 w 9117727"/>
              <a:gd name="connsiteY1" fmla="*/ 0 h 1044575"/>
              <a:gd name="connsiteX2" fmla="*/ 9117727 w 9117727"/>
              <a:gd name="connsiteY2" fmla="*/ 174099 h 1044575"/>
              <a:gd name="connsiteX3" fmla="*/ 9117727 w 9117727"/>
              <a:gd name="connsiteY3" fmla="*/ 870476 h 1044575"/>
              <a:gd name="connsiteX4" fmla="*/ 8943628 w 9117727"/>
              <a:gd name="connsiteY4" fmla="*/ 1044575 h 1044575"/>
              <a:gd name="connsiteX5" fmla="*/ 174099 w 9117727"/>
              <a:gd name="connsiteY5" fmla="*/ 1044575 h 1044575"/>
              <a:gd name="connsiteX6" fmla="*/ 50993 w 9117727"/>
              <a:gd name="connsiteY6" fmla="*/ 993583 h 1044575"/>
              <a:gd name="connsiteX7" fmla="*/ 16872 w 9117727"/>
              <a:gd name="connsiteY7" fmla="*/ 942975 h 1044575"/>
              <a:gd name="connsiteX8" fmla="*/ 160751 w 9117727"/>
              <a:gd name="connsiteY8" fmla="*/ 942975 h 1044575"/>
              <a:gd name="connsiteX9" fmla="*/ 160751 w 9117727"/>
              <a:gd name="connsiteY9" fmla="*/ 184001 h 1044575"/>
              <a:gd name="connsiteX10" fmla="*/ 0 w 9117727"/>
              <a:gd name="connsiteY10" fmla="*/ 184001 h 1044575"/>
              <a:gd name="connsiteX11" fmla="*/ 0 w 9117727"/>
              <a:gd name="connsiteY11" fmla="*/ 174099 h 1044575"/>
              <a:gd name="connsiteX12" fmla="*/ 174099 w 9117727"/>
              <a:gd name="connsiteY12" fmla="*/ 0 h 1044575"/>
              <a:gd name="connsiteX0-1" fmla="*/ 160751 w 9117727"/>
              <a:gd name="connsiteY0-2" fmla="*/ 184001 h 1044575"/>
              <a:gd name="connsiteX1-3" fmla="*/ 0 w 9117727"/>
              <a:gd name="connsiteY1-4" fmla="*/ 184001 h 1044575"/>
              <a:gd name="connsiteX2-5" fmla="*/ 0 w 9117727"/>
              <a:gd name="connsiteY2-6" fmla="*/ 174099 h 1044575"/>
              <a:gd name="connsiteX3-7" fmla="*/ 174099 w 9117727"/>
              <a:gd name="connsiteY3-8" fmla="*/ 0 h 1044575"/>
              <a:gd name="connsiteX4-9" fmla="*/ 8943628 w 9117727"/>
              <a:gd name="connsiteY4-10" fmla="*/ 0 h 1044575"/>
              <a:gd name="connsiteX5-11" fmla="*/ 9117727 w 9117727"/>
              <a:gd name="connsiteY5-12" fmla="*/ 174099 h 1044575"/>
              <a:gd name="connsiteX6-13" fmla="*/ 9117727 w 9117727"/>
              <a:gd name="connsiteY6-14" fmla="*/ 870476 h 1044575"/>
              <a:gd name="connsiteX7-15" fmla="*/ 8943628 w 9117727"/>
              <a:gd name="connsiteY7-16" fmla="*/ 1044575 h 1044575"/>
              <a:gd name="connsiteX8-17" fmla="*/ 174099 w 9117727"/>
              <a:gd name="connsiteY8-18" fmla="*/ 1044575 h 1044575"/>
              <a:gd name="connsiteX9-19" fmla="*/ 50993 w 9117727"/>
              <a:gd name="connsiteY9-20" fmla="*/ 993583 h 1044575"/>
              <a:gd name="connsiteX10-21" fmla="*/ 16872 w 9117727"/>
              <a:gd name="connsiteY10-22" fmla="*/ 942975 h 1044575"/>
              <a:gd name="connsiteX11-23" fmla="*/ 160751 w 9117727"/>
              <a:gd name="connsiteY11-24" fmla="*/ 942975 h 1044575"/>
              <a:gd name="connsiteX12-25" fmla="*/ 252191 w 9117727"/>
              <a:gd name="connsiteY12-26" fmla="*/ 275441 h 1044575"/>
              <a:gd name="connsiteX0-27" fmla="*/ 160751 w 9117727"/>
              <a:gd name="connsiteY0-28" fmla="*/ 184001 h 1044575"/>
              <a:gd name="connsiteX1-29" fmla="*/ 0 w 9117727"/>
              <a:gd name="connsiteY1-30" fmla="*/ 184001 h 1044575"/>
              <a:gd name="connsiteX2-31" fmla="*/ 0 w 9117727"/>
              <a:gd name="connsiteY2-32" fmla="*/ 174099 h 1044575"/>
              <a:gd name="connsiteX3-33" fmla="*/ 174099 w 9117727"/>
              <a:gd name="connsiteY3-34" fmla="*/ 0 h 1044575"/>
              <a:gd name="connsiteX4-35" fmla="*/ 8943628 w 9117727"/>
              <a:gd name="connsiteY4-36" fmla="*/ 0 h 1044575"/>
              <a:gd name="connsiteX5-37" fmla="*/ 9117727 w 9117727"/>
              <a:gd name="connsiteY5-38" fmla="*/ 174099 h 1044575"/>
              <a:gd name="connsiteX6-39" fmla="*/ 9117727 w 9117727"/>
              <a:gd name="connsiteY6-40" fmla="*/ 870476 h 1044575"/>
              <a:gd name="connsiteX7-41" fmla="*/ 8943628 w 9117727"/>
              <a:gd name="connsiteY7-42" fmla="*/ 1044575 h 1044575"/>
              <a:gd name="connsiteX8-43" fmla="*/ 174099 w 9117727"/>
              <a:gd name="connsiteY8-44" fmla="*/ 1044575 h 1044575"/>
              <a:gd name="connsiteX9-45" fmla="*/ 50993 w 9117727"/>
              <a:gd name="connsiteY9-46" fmla="*/ 993583 h 1044575"/>
              <a:gd name="connsiteX10-47" fmla="*/ 16872 w 9117727"/>
              <a:gd name="connsiteY10-48" fmla="*/ 942975 h 1044575"/>
              <a:gd name="connsiteX11-49" fmla="*/ 160751 w 9117727"/>
              <a:gd name="connsiteY11-50" fmla="*/ 942975 h 1044575"/>
              <a:gd name="connsiteX0-51" fmla="*/ 0 w 9117727"/>
              <a:gd name="connsiteY0-52" fmla="*/ 184001 h 1044575"/>
              <a:gd name="connsiteX1-53" fmla="*/ 0 w 9117727"/>
              <a:gd name="connsiteY1-54" fmla="*/ 174099 h 1044575"/>
              <a:gd name="connsiteX2-55" fmla="*/ 174099 w 9117727"/>
              <a:gd name="connsiteY2-56" fmla="*/ 0 h 1044575"/>
              <a:gd name="connsiteX3-57" fmla="*/ 8943628 w 9117727"/>
              <a:gd name="connsiteY3-58" fmla="*/ 0 h 1044575"/>
              <a:gd name="connsiteX4-59" fmla="*/ 9117727 w 9117727"/>
              <a:gd name="connsiteY4-60" fmla="*/ 174099 h 1044575"/>
              <a:gd name="connsiteX5-61" fmla="*/ 9117727 w 9117727"/>
              <a:gd name="connsiteY5-62" fmla="*/ 870476 h 1044575"/>
              <a:gd name="connsiteX6-63" fmla="*/ 8943628 w 9117727"/>
              <a:gd name="connsiteY6-64" fmla="*/ 1044575 h 1044575"/>
              <a:gd name="connsiteX7-65" fmla="*/ 174099 w 9117727"/>
              <a:gd name="connsiteY7-66" fmla="*/ 1044575 h 1044575"/>
              <a:gd name="connsiteX8-67" fmla="*/ 50993 w 9117727"/>
              <a:gd name="connsiteY8-68" fmla="*/ 993583 h 1044575"/>
              <a:gd name="connsiteX9-69" fmla="*/ 16872 w 9117727"/>
              <a:gd name="connsiteY9-70" fmla="*/ 942975 h 1044575"/>
              <a:gd name="connsiteX10-71" fmla="*/ 160751 w 9117727"/>
              <a:gd name="connsiteY10-72" fmla="*/ 942975 h 1044575"/>
              <a:gd name="connsiteX0-73" fmla="*/ 0 w 9117727"/>
              <a:gd name="connsiteY0-74" fmla="*/ 184001 h 1044575"/>
              <a:gd name="connsiteX1-75" fmla="*/ 0 w 9117727"/>
              <a:gd name="connsiteY1-76" fmla="*/ 174099 h 1044575"/>
              <a:gd name="connsiteX2-77" fmla="*/ 174099 w 9117727"/>
              <a:gd name="connsiteY2-78" fmla="*/ 0 h 1044575"/>
              <a:gd name="connsiteX3-79" fmla="*/ 8943628 w 9117727"/>
              <a:gd name="connsiteY3-80" fmla="*/ 0 h 1044575"/>
              <a:gd name="connsiteX4-81" fmla="*/ 9117727 w 9117727"/>
              <a:gd name="connsiteY4-82" fmla="*/ 174099 h 1044575"/>
              <a:gd name="connsiteX5-83" fmla="*/ 9117727 w 9117727"/>
              <a:gd name="connsiteY5-84" fmla="*/ 870476 h 1044575"/>
              <a:gd name="connsiteX6-85" fmla="*/ 8943628 w 9117727"/>
              <a:gd name="connsiteY6-86" fmla="*/ 1044575 h 1044575"/>
              <a:gd name="connsiteX7-87" fmla="*/ 174099 w 9117727"/>
              <a:gd name="connsiteY7-88" fmla="*/ 1044575 h 1044575"/>
              <a:gd name="connsiteX8-89" fmla="*/ 50993 w 9117727"/>
              <a:gd name="connsiteY8-90" fmla="*/ 993583 h 1044575"/>
              <a:gd name="connsiteX9-91" fmla="*/ 16872 w 9117727"/>
              <a:gd name="connsiteY9-92" fmla="*/ 942975 h 1044575"/>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Lst>
            <a:rect l="l" t="t" r="r" b="b"/>
            <a:pathLst>
              <a:path w="9117727" h="1044575">
                <a:moveTo>
                  <a:pt x="0" y="184001"/>
                </a:moveTo>
                <a:lnTo>
                  <a:pt x="0" y="174099"/>
                </a:lnTo>
                <a:cubicBezTo>
                  <a:pt x="0" y="77947"/>
                  <a:pt x="77947" y="0"/>
                  <a:pt x="174099" y="0"/>
                </a:cubicBezTo>
                <a:lnTo>
                  <a:pt x="8943628" y="0"/>
                </a:lnTo>
                <a:cubicBezTo>
                  <a:pt x="9039780" y="0"/>
                  <a:pt x="9117727" y="77947"/>
                  <a:pt x="9117727" y="174099"/>
                </a:cubicBezTo>
                <a:lnTo>
                  <a:pt x="9117727" y="870476"/>
                </a:lnTo>
                <a:cubicBezTo>
                  <a:pt x="9117727" y="966628"/>
                  <a:pt x="9039780" y="1044575"/>
                  <a:pt x="8943628" y="1044575"/>
                </a:cubicBezTo>
                <a:lnTo>
                  <a:pt x="174099" y="1044575"/>
                </a:lnTo>
                <a:cubicBezTo>
                  <a:pt x="126023" y="1044575"/>
                  <a:pt x="82499" y="1025089"/>
                  <a:pt x="50993" y="993583"/>
                </a:cubicBezTo>
                <a:lnTo>
                  <a:pt x="16872" y="942975"/>
                </a:lnTo>
              </a:path>
            </a:pathLst>
          </a:custGeom>
          <a:noFill/>
          <a:ln w="19050">
            <a:solidFill>
              <a:srgbClr val="3176B6"/>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aphicFrame>
        <p:nvGraphicFramePr>
          <p:cNvPr id="9" name="Object 6"/>
          <p:cNvGraphicFramePr>
            <a:graphicFrameLocks noChangeAspect="1"/>
          </p:cNvGraphicFramePr>
          <p:nvPr/>
        </p:nvGraphicFramePr>
        <p:xfrm>
          <a:off x="3751262" y="2649537"/>
          <a:ext cx="5194323" cy="1171835"/>
        </p:xfrm>
        <a:graphic>
          <a:graphicData uri="http://schemas.openxmlformats.org/presentationml/2006/ole">
            <mc:AlternateContent xmlns:mc="http://schemas.openxmlformats.org/markup-compatibility/2006">
              <mc:Choice xmlns:v="urn:schemas-microsoft-com:vml" Requires="v">
                <p:oleObj name="Equation" r:id="rId2" imgW="25908000" imgH="5791200" progId="Equation.DSMT4">
                  <p:embed/>
                </p:oleObj>
              </mc:Choice>
              <mc:Fallback>
                <p:oleObj name="Equation" r:id="rId2" imgW="25908000" imgH="5791200" progId="Equation.DSMT4">
                  <p:embed/>
                  <p:pic>
                    <p:nvPicPr>
                      <p:cNvPr id="0" name="图片 9"/>
                      <p:cNvPicPr>
                        <a:picLocks noChangeAspect="1" noChangeArrowheads="1"/>
                      </p:cNvPicPr>
                      <p:nvPr/>
                    </p:nvPicPr>
                    <p:blipFill>
                      <a:blip r:embed="rId3"/>
                      <a:srcRect/>
                      <a:stretch>
                        <a:fillRect/>
                      </a:stretch>
                    </p:blipFill>
                    <p:spPr bwMode="auto">
                      <a:xfrm>
                        <a:off x="3751262" y="2649537"/>
                        <a:ext cx="5194323" cy="1171835"/>
                      </a:xfrm>
                      <a:prstGeom prst="rect">
                        <a:avLst/>
                      </a:prstGeom>
                      <a:noFill/>
                      <a:ln>
                        <a:noFill/>
                      </a:ln>
                      <a:effectLst/>
                    </p:spPr>
                  </p:pic>
                </p:oleObj>
              </mc:Fallback>
            </mc:AlternateContent>
          </a:graphicData>
        </a:graphic>
      </p:graphicFrame>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500"/>
                                        <p:tgtEl>
                                          <p:spTgt spid="3"/>
                                        </p:tgtEl>
                                      </p:cBhvr>
                                    </p:animEffect>
                                  </p:childTnLst>
                                </p:cTn>
                              </p:par>
                            </p:childTnLst>
                          </p:cTn>
                        </p:par>
                        <p:par>
                          <p:cTn id="8" fill="hold">
                            <p:stCondLst>
                              <p:cond delay="500"/>
                            </p:stCondLst>
                            <p:childTnLst>
                              <p:par>
                                <p:cTn id="9" presetID="22" presetClass="entr" presetSubtype="8" fill="hold" grpId="0"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wipe(left)">
                                      <p:cBhvr>
                                        <p:cTn id="11" dur="500"/>
                                        <p:tgtEl>
                                          <p:spTgt spid="8"/>
                                        </p:tgtEl>
                                      </p:cBhvr>
                                    </p:animEffect>
                                  </p:childTnLst>
                                </p:cTn>
                              </p:par>
                              <p:par>
                                <p:cTn id="12" presetID="22" presetClass="entr" presetSubtype="8" fill="hold" nodeType="withEffect">
                                  <p:stCondLst>
                                    <p:cond delay="0"/>
                                  </p:stCondLst>
                                  <p:childTnLst>
                                    <p:set>
                                      <p:cBhvr>
                                        <p:cTn id="13" dur="1" fill="hold">
                                          <p:stCondLst>
                                            <p:cond delay="0"/>
                                          </p:stCondLst>
                                        </p:cTn>
                                        <p:tgtEl>
                                          <p:spTgt spid="9"/>
                                        </p:tgtEl>
                                        <p:attrNameLst>
                                          <p:attrName>style.visibility</p:attrName>
                                        </p:attrNameLst>
                                      </p:cBhvr>
                                      <p:to>
                                        <p:strVal val="visible"/>
                                      </p:to>
                                    </p:set>
                                    <p:animEffect transition="in" filter="wipe(left)">
                                      <p:cBhvr>
                                        <p:cTn id="14"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normAutofit/>
          </a:bodyPr>
          <a:lstStyle/>
          <a:p>
            <a:r>
              <a:rPr lang="zh-CN" altLang="en-US" dirty="0"/>
              <a:t>（二）积分上限函数及其导数</a:t>
            </a:r>
          </a:p>
        </p:txBody>
      </p:sp>
      <p:graphicFrame>
        <p:nvGraphicFramePr>
          <p:cNvPr id="3" name="Object 2"/>
          <p:cNvGraphicFramePr>
            <a:graphicFrameLocks noChangeAspect="1"/>
          </p:cNvGraphicFramePr>
          <p:nvPr/>
        </p:nvGraphicFramePr>
        <p:xfrm>
          <a:off x="817617" y="1212794"/>
          <a:ext cx="9258300" cy="1231900"/>
        </p:xfrm>
        <a:graphic>
          <a:graphicData uri="http://schemas.openxmlformats.org/presentationml/2006/ole">
            <mc:AlternateContent xmlns:mc="http://schemas.openxmlformats.org/markup-compatibility/2006">
              <mc:Choice xmlns:v="urn:schemas-microsoft-com:vml" Requires="v">
                <p:oleObj name="Document" r:id="rId3" imgW="8816340" imgH="1181100" progId="Word.Document.8">
                  <p:embed/>
                </p:oleObj>
              </mc:Choice>
              <mc:Fallback>
                <p:oleObj name="Document" r:id="rId3" imgW="8816340" imgH="1181100" progId="Word.Document.8">
                  <p:embed/>
                  <p:pic>
                    <p:nvPicPr>
                      <p:cNvPr id="0" name="图片 3"/>
                      <p:cNvPicPr>
                        <a:picLocks noChangeAspect="1" noChangeArrowheads="1"/>
                      </p:cNvPicPr>
                      <p:nvPr/>
                    </p:nvPicPr>
                    <p:blipFill>
                      <a:blip r:embed="rId4"/>
                      <a:srcRect/>
                      <a:stretch>
                        <a:fillRect/>
                      </a:stretch>
                    </p:blipFill>
                    <p:spPr bwMode="auto">
                      <a:xfrm>
                        <a:off x="817617" y="1212794"/>
                        <a:ext cx="9258300" cy="12319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 name="Object 3"/>
          <p:cNvGraphicFramePr>
            <a:graphicFrameLocks noChangeAspect="1"/>
          </p:cNvGraphicFramePr>
          <p:nvPr/>
        </p:nvGraphicFramePr>
        <p:xfrm>
          <a:off x="4603750" y="2023590"/>
          <a:ext cx="1295400" cy="685800"/>
        </p:xfrm>
        <a:graphic>
          <a:graphicData uri="http://schemas.openxmlformats.org/presentationml/2006/ole">
            <mc:AlternateContent xmlns:mc="http://schemas.openxmlformats.org/markup-compatibility/2006">
              <mc:Choice xmlns:v="urn:schemas-microsoft-com:vml" Requires="v">
                <p:oleObj name="Equation" r:id="rId5" imgW="31089600" imgH="16459200" progId="Equation.DSMT4">
                  <p:embed/>
                </p:oleObj>
              </mc:Choice>
              <mc:Fallback>
                <p:oleObj name="Equation" r:id="rId5" imgW="31089600" imgH="16459200" progId="Equation.DSMT4">
                  <p:embed/>
                  <p:pic>
                    <p:nvPicPr>
                      <p:cNvPr id="0" name="图片 5"/>
                      <p:cNvPicPr>
                        <a:picLocks noChangeAspect="1" noChangeArrowheads="1"/>
                      </p:cNvPicPr>
                      <p:nvPr/>
                    </p:nvPicPr>
                    <p:blipFill>
                      <a:blip r:embed="rId6"/>
                      <a:srcRect/>
                      <a:stretch>
                        <a:fillRect/>
                      </a:stretch>
                    </p:blipFill>
                    <p:spPr bwMode="auto">
                      <a:xfrm>
                        <a:off x="4603750" y="2023590"/>
                        <a:ext cx="1295400" cy="685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 name="Text Box 4"/>
          <p:cNvSpPr txBox="1">
            <a:spLocks noChangeArrowheads="1"/>
          </p:cNvSpPr>
          <p:nvPr/>
        </p:nvSpPr>
        <p:spPr bwMode="auto">
          <a:xfrm>
            <a:off x="9857994" y="1300747"/>
            <a:ext cx="220345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400" dirty="0">
                <a:latin typeface="+mn-ea"/>
                <a:ea typeface="+mn-ea"/>
              </a:rPr>
              <a:t>考察定积分</a:t>
            </a:r>
          </a:p>
        </p:txBody>
      </p:sp>
      <p:graphicFrame>
        <p:nvGraphicFramePr>
          <p:cNvPr id="8" name="Object 5"/>
          <p:cNvGraphicFramePr>
            <a:graphicFrameLocks noChangeAspect="1"/>
          </p:cNvGraphicFramePr>
          <p:nvPr/>
        </p:nvGraphicFramePr>
        <p:xfrm>
          <a:off x="6245295" y="2023590"/>
          <a:ext cx="3179763" cy="690562"/>
        </p:xfrm>
        <a:graphic>
          <a:graphicData uri="http://schemas.openxmlformats.org/presentationml/2006/ole">
            <mc:AlternateContent xmlns:mc="http://schemas.openxmlformats.org/markup-compatibility/2006">
              <mc:Choice xmlns:v="urn:schemas-microsoft-com:vml" Requires="v">
                <p:oleObj name="Equation" r:id="rId7" imgW="76200000" imgH="16459200" progId="Equation.DSMT4">
                  <p:embed/>
                </p:oleObj>
              </mc:Choice>
              <mc:Fallback>
                <p:oleObj name="Equation" r:id="rId7" imgW="76200000" imgH="16459200" progId="Equation.DSMT4">
                  <p:embed/>
                  <p:pic>
                    <p:nvPicPr>
                      <p:cNvPr id="0" name="图片 8"/>
                      <p:cNvPicPr>
                        <a:picLocks noChangeAspect="1" noChangeArrowheads="1"/>
                      </p:cNvPicPr>
                      <p:nvPr/>
                    </p:nvPicPr>
                    <p:blipFill>
                      <a:blip r:embed="rId8"/>
                      <a:srcRect/>
                      <a:stretch>
                        <a:fillRect/>
                      </a:stretch>
                    </p:blipFill>
                    <p:spPr bwMode="auto">
                      <a:xfrm>
                        <a:off x="6245295" y="2023590"/>
                        <a:ext cx="3179763" cy="6905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0" name="Text Box 6"/>
          <p:cNvSpPr txBox="1">
            <a:spLocks noChangeArrowheads="1"/>
          </p:cNvSpPr>
          <p:nvPr/>
        </p:nvSpPr>
        <p:spPr bwMode="auto">
          <a:xfrm>
            <a:off x="3256873" y="4603104"/>
            <a:ext cx="9906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400">
                <a:latin typeface="+mn-ea"/>
                <a:ea typeface="+mn-ea"/>
              </a:rPr>
              <a:t>记</a:t>
            </a:r>
          </a:p>
        </p:txBody>
      </p:sp>
      <p:graphicFrame>
        <p:nvGraphicFramePr>
          <p:cNvPr id="11" name="Object 7"/>
          <p:cNvGraphicFramePr>
            <a:graphicFrameLocks noChangeAspect="1"/>
          </p:cNvGraphicFramePr>
          <p:nvPr/>
        </p:nvGraphicFramePr>
        <p:xfrm>
          <a:off x="4603750" y="4493346"/>
          <a:ext cx="2425700" cy="685800"/>
        </p:xfrm>
        <a:graphic>
          <a:graphicData uri="http://schemas.openxmlformats.org/presentationml/2006/ole">
            <mc:AlternateContent xmlns:mc="http://schemas.openxmlformats.org/markup-compatibility/2006">
              <mc:Choice xmlns:v="urn:schemas-microsoft-com:vml" Requires="v">
                <p:oleObj name="Equation" r:id="rId9" imgW="58216800" imgH="16459200" progId="Equation.DSMT4">
                  <p:embed/>
                </p:oleObj>
              </mc:Choice>
              <mc:Fallback>
                <p:oleObj name="Equation" r:id="rId9" imgW="58216800" imgH="16459200" progId="Equation.DSMT4">
                  <p:embed/>
                  <p:pic>
                    <p:nvPicPr>
                      <p:cNvPr id="0" name="图片 11"/>
                      <p:cNvPicPr>
                        <a:picLocks noChangeAspect="1" noChangeArrowheads="1"/>
                      </p:cNvPicPr>
                      <p:nvPr/>
                    </p:nvPicPr>
                    <p:blipFill>
                      <a:blip r:embed="rId10"/>
                      <a:srcRect/>
                      <a:stretch>
                        <a:fillRect/>
                      </a:stretch>
                    </p:blipFill>
                    <p:spPr bwMode="auto">
                      <a:xfrm>
                        <a:off x="4603750" y="4493346"/>
                        <a:ext cx="2425700" cy="685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3" name="Text Box 8"/>
          <p:cNvSpPr txBox="1">
            <a:spLocks noChangeArrowheads="1"/>
          </p:cNvSpPr>
          <p:nvPr/>
        </p:nvSpPr>
        <p:spPr bwMode="auto">
          <a:xfrm>
            <a:off x="7385727" y="4599930"/>
            <a:ext cx="32766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400" dirty="0">
                <a:solidFill>
                  <a:srgbClr val="0157A8"/>
                </a:solidFill>
                <a:latin typeface="Times New Roman" panose="02020603050405020304" pitchFamily="18" charset="0"/>
                <a:ea typeface="+mn-ea"/>
                <a:cs typeface="Times New Roman" panose="02020603050405020304" pitchFamily="18" charset="0"/>
              </a:rPr>
              <a:t>积分上限函数</a:t>
            </a:r>
          </a:p>
        </p:txBody>
      </p:sp>
      <p:graphicFrame>
        <p:nvGraphicFramePr>
          <p:cNvPr id="14" name="Object 9"/>
          <p:cNvGraphicFramePr>
            <a:graphicFrameLocks noChangeAspect="1"/>
          </p:cNvGraphicFramePr>
          <p:nvPr>
            <p:extLst>
              <p:ext uri="{D42A27DB-BD31-4B8C-83A1-F6EECF244321}">
                <p14:modId xmlns:p14="http://schemas.microsoft.com/office/powerpoint/2010/main" val="724458407"/>
              </p:ext>
            </p:extLst>
          </p:nvPr>
        </p:nvGraphicFramePr>
        <p:xfrm>
          <a:off x="903357" y="3126508"/>
          <a:ext cx="10683875" cy="1366838"/>
        </p:xfrm>
        <a:graphic>
          <a:graphicData uri="http://schemas.openxmlformats.org/presentationml/2006/ole">
            <mc:AlternateContent xmlns:mc="http://schemas.openxmlformats.org/markup-compatibility/2006">
              <mc:Choice xmlns:v="urn:schemas-microsoft-com:vml" Requires="v">
                <p:oleObj name="Document" r:id="rId11" imgW="10062845" imgH="1289050" progId="Word.Document.8">
                  <p:embed/>
                </p:oleObj>
              </mc:Choice>
              <mc:Fallback>
                <p:oleObj name="Document" r:id="rId11" imgW="10062845" imgH="1289050" progId="Word.Document.8">
                  <p:embed/>
                  <p:pic>
                    <p:nvPicPr>
                      <p:cNvPr id="0" name="图片 14"/>
                      <p:cNvPicPr>
                        <a:picLocks noChangeAspect="1" noChangeArrowheads="1"/>
                      </p:cNvPicPr>
                      <p:nvPr/>
                    </p:nvPicPr>
                    <p:blipFill>
                      <a:blip r:embed="rId12"/>
                      <a:srcRect/>
                      <a:stretch>
                        <a:fillRect/>
                      </a:stretch>
                    </p:blipFill>
                    <p:spPr bwMode="auto">
                      <a:xfrm>
                        <a:off x="903357" y="3126508"/>
                        <a:ext cx="10683875" cy="13668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16" name="Text Box 11"/>
          <p:cNvSpPr txBox="1">
            <a:spLocks noChangeArrowheads="1"/>
          </p:cNvSpPr>
          <p:nvPr/>
        </p:nvSpPr>
        <p:spPr bwMode="auto">
          <a:xfrm>
            <a:off x="4498403" y="5395777"/>
            <a:ext cx="467995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lang="en-US" altLang="zh-CN" sz="2400" dirty="0">
                <a:solidFill>
                  <a:srgbClr val="0157A8"/>
                </a:solidFill>
                <a:latin typeface="Times New Roman" panose="02020603050405020304" pitchFamily="18" charset="0"/>
                <a:ea typeface="+mn-ea"/>
                <a:cs typeface="Times New Roman" panose="02020603050405020304" pitchFamily="18" charset="0"/>
              </a:rPr>
              <a:t>(x</a:t>
            </a:r>
            <a:r>
              <a:rPr lang="zh-CN" altLang="en-US" sz="2400" dirty="0">
                <a:solidFill>
                  <a:srgbClr val="0157A8"/>
                </a:solidFill>
                <a:latin typeface="Times New Roman" panose="02020603050405020304" pitchFamily="18" charset="0"/>
                <a:ea typeface="+mn-ea"/>
                <a:cs typeface="Times New Roman" panose="02020603050405020304" pitchFamily="18" charset="0"/>
              </a:rPr>
              <a:t>：自变量，</a:t>
            </a:r>
            <a:r>
              <a:rPr lang="en-US" altLang="zh-CN" sz="2400" dirty="0">
                <a:solidFill>
                  <a:srgbClr val="0157A8"/>
                </a:solidFill>
                <a:latin typeface="Times New Roman" panose="02020603050405020304" pitchFamily="18" charset="0"/>
                <a:ea typeface="+mn-ea"/>
                <a:cs typeface="Times New Roman" panose="02020603050405020304" pitchFamily="18" charset="0"/>
              </a:rPr>
              <a:t>t</a:t>
            </a:r>
            <a:r>
              <a:rPr lang="zh-CN" altLang="en-US" sz="2400" dirty="0">
                <a:solidFill>
                  <a:srgbClr val="0157A8"/>
                </a:solidFill>
                <a:latin typeface="Times New Roman" panose="02020603050405020304" pitchFamily="18" charset="0"/>
                <a:ea typeface="+mn-ea"/>
                <a:cs typeface="Times New Roman" panose="02020603050405020304" pitchFamily="18" charset="0"/>
              </a:rPr>
              <a:t>：积</a:t>
            </a:r>
            <a:r>
              <a:rPr kumimoji="1" lang="zh-CN" altLang="en-US" sz="2400" dirty="0">
                <a:solidFill>
                  <a:srgbClr val="0157A8"/>
                </a:solidFill>
                <a:latin typeface="Times New Roman" panose="02020603050405020304" pitchFamily="18" charset="0"/>
                <a:ea typeface="+mn-ea"/>
                <a:cs typeface="Times New Roman" panose="02020603050405020304" pitchFamily="18" charset="0"/>
              </a:rPr>
              <a:t>分变量</a:t>
            </a:r>
            <a:r>
              <a:rPr kumimoji="1" lang="en-US" altLang="zh-CN" sz="2400" dirty="0">
                <a:solidFill>
                  <a:srgbClr val="0157A8"/>
                </a:solidFill>
                <a:latin typeface="Times New Roman" panose="02020603050405020304" pitchFamily="18" charset="0"/>
                <a:ea typeface="+mn-ea"/>
                <a:cs typeface="Times New Roman" panose="02020603050405020304" pitchFamily="18" charset="0"/>
              </a:rPr>
              <a:t>)</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10"/>
                                        </p:tgtEl>
                                        <p:attrNameLst>
                                          <p:attrName>style.visibility</p:attrName>
                                        </p:attrNameLst>
                                      </p:cBhvr>
                                      <p:to>
                                        <p:strVal val="visible"/>
                                      </p:to>
                                    </p:set>
                                    <p:animEffect transition="in" filter="wipe(left)">
                                      <p:cBhvr>
                                        <p:cTn id="17" dur="500"/>
                                        <p:tgtEl>
                                          <p:spTgt spid="10"/>
                                        </p:tgtEl>
                                      </p:cBhvr>
                                    </p:animEffect>
                                  </p:childTnLst>
                                </p:cTn>
                              </p:par>
                            </p:childTnLst>
                          </p:cTn>
                        </p:par>
                      </p:childTnLst>
                    </p:cTn>
                  </p:par>
                  <p:par>
                    <p:cTn id="18" fill="hold">
                      <p:stCondLst>
                        <p:cond delay="indefinite"/>
                      </p:stCondLst>
                      <p:childTnLst>
                        <p:par>
                          <p:cTn id="19" fill="hold">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7"/>
                                        </p:tgtEl>
                                        <p:attrNameLst>
                                          <p:attrName>style.visibility</p:attrName>
                                        </p:attrNameLst>
                                      </p:cBhvr>
                                      <p:to>
                                        <p:strVal val="visible"/>
                                      </p:to>
                                    </p:set>
                                    <p:animEffect transition="in" filter="wipe(left)">
                                      <p:cBhvr>
                                        <p:cTn id="22" dur="500"/>
                                        <p:tgtEl>
                                          <p:spTgt spid="7"/>
                                        </p:tgtEl>
                                      </p:cBhvr>
                                    </p:animEffect>
                                  </p:childTnLst>
                                </p:cTn>
                              </p:par>
                            </p:childTnLst>
                          </p:cTn>
                        </p:par>
                        <p:par>
                          <p:cTn id="23" fill="hold">
                            <p:stCondLst>
                              <p:cond delay="500"/>
                            </p:stCondLst>
                            <p:childTnLst>
                              <p:par>
                                <p:cTn id="24" presetID="22" presetClass="entr" presetSubtype="8" fill="hold" nodeType="afterEffect">
                                  <p:stCondLst>
                                    <p:cond delay="0"/>
                                  </p:stCondLst>
                                  <p:childTnLst>
                                    <p:set>
                                      <p:cBhvr>
                                        <p:cTn id="25" dur="1" fill="hold">
                                          <p:stCondLst>
                                            <p:cond delay="0"/>
                                          </p:stCondLst>
                                        </p:cTn>
                                        <p:tgtEl>
                                          <p:spTgt spid="8"/>
                                        </p:tgtEl>
                                        <p:attrNameLst>
                                          <p:attrName>style.visibility</p:attrName>
                                        </p:attrNameLst>
                                      </p:cBhvr>
                                      <p:to>
                                        <p:strVal val="visible"/>
                                      </p:to>
                                    </p:set>
                                    <p:animEffect transition="in" filter="wipe(left)">
                                      <p:cBhvr>
                                        <p:cTn id="26" dur="500"/>
                                        <p:tgtEl>
                                          <p:spTgt spid="8"/>
                                        </p:tgtEl>
                                      </p:cBhvr>
                                    </p:animEffect>
                                  </p:childTnLst>
                                </p:cTn>
                              </p:par>
                            </p:childTnLst>
                          </p:cTn>
                        </p:par>
                        <p:par>
                          <p:cTn id="27" fill="hold">
                            <p:stCondLst>
                              <p:cond delay="1000"/>
                            </p:stCondLst>
                            <p:childTnLst>
                              <p:par>
                                <p:cTn id="28" presetID="22" presetClass="entr" presetSubtype="8" fill="hold" grpId="0" nodeType="afterEffect">
                                  <p:stCondLst>
                                    <p:cond delay="0"/>
                                  </p:stCondLst>
                                  <p:childTnLst>
                                    <p:set>
                                      <p:cBhvr>
                                        <p:cTn id="29" dur="1" fill="hold">
                                          <p:stCondLst>
                                            <p:cond delay="0"/>
                                          </p:stCondLst>
                                        </p:cTn>
                                        <p:tgtEl>
                                          <p:spTgt spid="11"/>
                                        </p:tgtEl>
                                        <p:attrNameLst>
                                          <p:attrName>style.visibility</p:attrName>
                                        </p:attrNameLst>
                                      </p:cBhvr>
                                      <p:to>
                                        <p:strVal val="visible"/>
                                      </p:to>
                                    </p:set>
                                    <p:animEffect transition="in" filter="wipe(left)">
                                      <p:cBhvr>
                                        <p:cTn id="30"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utoUpdateAnimBg="0"/>
      <p:bldP spid="7" grpId="0" autoUpdateAnimBg="0"/>
      <p:bldP spid="11" grpId="0" autoUpdateAnimBg="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（二）积分上限函数及其导数</a:t>
            </a:r>
          </a:p>
        </p:txBody>
      </p:sp>
      <p:graphicFrame>
        <p:nvGraphicFramePr>
          <p:cNvPr id="3" name="Object 12"/>
          <p:cNvGraphicFramePr>
            <a:graphicFrameLocks noChangeAspect="1"/>
          </p:cNvGraphicFramePr>
          <p:nvPr/>
        </p:nvGraphicFramePr>
        <p:xfrm>
          <a:off x="693738" y="1222375"/>
          <a:ext cx="10779125" cy="2397125"/>
        </p:xfrm>
        <a:graphic>
          <a:graphicData uri="http://schemas.openxmlformats.org/presentationml/2006/ole">
            <mc:AlternateContent xmlns:mc="http://schemas.openxmlformats.org/markup-compatibility/2006">
              <mc:Choice xmlns:v="urn:schemas-microsoft-com:vml" Requires="v">
                <p:oleObj name="Document" r:id="rId2" imgW="11021695" imgH="2446020" progId="Word.Document.8">
                  <p:embed/>
                </p:oleObj>
              </mc:Choice>
              <mc:Fallback>
                <p:oleObj name="Document" r:id="rId2" imgW="11021695" imgH="2446020" progId="Word.Document.8">
                  <p:embed/>
                  <p:pic>
                    <p:nvPicPr>
                      <p:cNvPr id="0" name="图片 3"/>
                      <p:cNvPicPr>
                        <a:picLocks noChangeAspect="1" noChangeArrowheads="1"/>
                      </p:cNvPicPr>
                      <p:nvPr/>
                    </p:nvPicPr>
                    <p:blipFill>
                      <a:blip r:embed="rId3"/>
                      <a:srcRect/>
                      <a:stretch>
                        <a:fillRect/>
                      </a:stretch>
                    </p:blipFill>
                    <p:spPr bwMode="auto">
                      <a:xfrm>
                        <a:off x="693738" y="1222375"/>
                        <a:ext cx="10779125" cy="239712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5" name="Group 2"/>
          <p:cNvGrpSpPr/>
          <p:nvPr/>
        </p:nvGrpSpPr>
        <p:grpSpPr bwMode="auto">
          <a:xfrm>
            <a:off x="4283075" y="3478212"/>
            <a:ext cx="3625850" cy="2413000"/>
            <a:chOff x="3236" y="2304"/>
            <a:chExt cx="2284" cy="1520"/>
          </a:xfrm>
        </p:grpSpPr>
        <p:graphicFrame>
          <p:nvGraphicFramePr>
            <p:cNvPr id="6" name="Object 3"/>
            <p:cNvGraphicFramePr>
              <a:graphicFrameLocks noChangeAspect="1"/>
            </p:cNvGraphicFramePr>
            <p:nvPr/>
          </p:nvGraphicFramePr>
          <p:xfrm>
            <a:off x="3752" y="2618"/>
            <a:ext cx="1362" cy="1026"/>
          </p:xfrm>
          <a:graphic>
            <a:graphicData uri="http://schemas.openxmlformats.org/presentationml/2006/ole">
              <mc:AlternateContent xmlns:mc="http://schemas.openxmlformats.org/markup-compatibility/2006">
                <mc:Choice xmlns:v="urn:schemas-microsoft-com:vml" Requires="v">
                  <p:oleObj name="BMP 图象" r:id="rId4" imgW="2162175" imgH="1628775" progId="Paint.Picture">
                    <p:embed/>
                  </p:oleObj>
                </mc:Choice>
                <mc:Fallback>
                  <p:oleObj name="BMP 图象" r:id="rId4" imgW="2162175" imgH="1628775" progId="Paint.Picture">
                    <p:embed/>
                    <p:pic>
                      <p:nvPicPr>
                        <p:cNvPr id="0" name="图片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752" y="2618"/>
                          <a:ext cx="1362" cy="10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 name="Object 4"/>
            <p:cNvGraphicFramePr>
              <a:graphicFrameLocks noChangeAspect="1"/>
            </p:cNvGraphicFramePr>
            <p:nvPr/>
          </p:nvGraphicFramePr>
          <p:xfrm>
            <a:off x="3697" y="3616"/>
            <a:ext cx="151" cy="159"/>
          </p:xfrm>
          <a:graphic>
            <a:graphicData uri="http://schemas.openxmlformats.org/presentationml/2006/ole">
              <mc:AlternateContent xmlns:mc="http://schemas.openxmlformats.org/markup-compatibility/2006">
                <mc:Choice xmlns:v="urn:schemas-microsoft-com:vml" Requires="v">
                  <p:oleObj name="公式" r:id="rId6" imgW="241300" imgH="254000" progId="Equation.3">
                    <p:embed/>
                  </p:oleObj>
                </mc:Choice>
                <mc:Fallback>
                  <p:oleObj name="公式" r:id="rId6" imgW="241300" imgH="254000" progId="Equation.3">
                    <p:embed/>
                    <p:pic>
                      <p:nvPicPr>
                        <p:cNvPr id="0" name="图片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697" y="3616"/>
                          <a:ext cx="151" cy="15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 name="Object 5"/>
            <p:cNvGraphicFramePr>
              <a:graphicFrameLocks noChangeAspect="1"/>
            </p:cNvGraphicFramePr>
            <p:nvPr/>
          </p:nvGraphicFramePr>
          <p:xfrm>
            <a:off x="5048" y="3616"/>
            <a:ext cx="144" cy="208"/>
          </p:xfrm>
          <a:graphic>
            <a:graphicData uri="http://schemas.openxmlformats.org/presentationml/2006/ole">
              <mc:AlternateContent xmlns:mc="http://schemas.openxmlformats.org/markup-compatibility/2006">
                <mc:Choice xmlns:v="urn:schemas-microsoft-com:vml" Requires="v">
                  <p:oleObj name="公式" r:id="rId8" imgW="228600" imgH="330200" progId="Equation.3">
                    <p:embed/>
                  </p:oleObj>
                </mc:Choice>
                <mc:Fallback>
                  <p:oleObj name="公式" r:id="rId8" imgW="228600" imgH="330200" progId="Equation.3">
                    <p:embed/>
                    <p:pic>
                      <p:nvPicPr>
                        <p:cNvPr id="0" name="图片 10"/>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5048" y="3616"/>
                          <a:ext cx="144" cy="20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2" name="Group 6"/>
            <p:cNvGrpSpPr/>
            <p:nvPr/>
          </p:nvGrpSpPr>
          <p:grpSpPr bwMode="auto">
            <a:xfrm>
              <a:off x="3236" y="2304"/>
              <a:ext cx="2284" cy="1504"/>
              <a:chOff x="745" y="1248"/>
              <a:chExt cx="2062" cy="1503"/>
            </a:xfrm>
          </p:grpSpPr>
          <p:sp>
            <p:nvSpPr>
              <p:cNvPr id="13" name="Line 7"/>
              <p:cNvSpPr>
                <a:spLocks noChangeShapeType="1"/>
              </p:cNvSpPr>
              <p:nvPr/>
            </p:nvSpPr>
            <p:spPr bwMode="auto">
              <a:xfrm>
                <a:off x="768" y="2544"/>
                <a:ext cx="1968" cy="0"/>
              </a:xfrm>
              <a:prstGeom prst="line">
                <a:avLst/>
              </a:prstGeom>
              <a:noFill/>
              <a:ln w="2857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4" name="Line 8"/>
              <p:cNvSpPr>
                <a:spLocks noChangeShapeType="1"/>
              </p:cNvSpPr>
              <p:nvPr/>
            </p:nvSpPr>
            <p:spPr bwMode="auto">
              <a:xfrm flipV="1">
                <a:off x="960" y="1248"/>
                <a:ext cx="0" cy="1488"/>
              </a:xfrm>
              <a:prstGeom prst="line">
                <a:avLst/>
              </a:prstGeom>
              <a:noFill/>
              <a:ln w="2857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15" name="Object 9"/>
              <p:cNvGraphicFramePr>
                <a:graphicFrameLocks noChangeAspect="1"/>
              </p:cNvGraphicFramePr>
              <p:nvPr/>
            </p:nvGraphicFramePr>
            <p:xfrm>
              <a:off x="2640" y="2592"/>
              <a:ext cx="167" cy="159"/>
            </p:xfrm>
            <a:graphic>
              <a:graphicData uri="http://schemas.openxmlformats.org/presentationml/2006/ole">
                <mc:AlternateContent xmlns:mc="http://schemas.openxmlformats.org/markup-compatibility/2006">
                  <mc:Choice xmlns:v="urn:schemas-microsoft-com:vml" Requires="v">
                    <p:oleObj name="公式" r:id="rId10" imgW="266700" imgH="254000" progId="Equation.3">
                      <p:embed/>
                    </p:oleObj>
                  </mc:Choice>
                  <mc:Fallback>
                    <p:oleObj name="公式" r:id="rId10" imgW="266700" imgH="254000" progId="Equation.3">
                      <p:embed/>
                      <p:pic>
                        <p:nvPicPr>
                          <p:cNvPr id="0" name="图片 1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640" y="2592"/>
                            <a:ext cx="167" cy="15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7" name="Object 10"/>
              <p:cNvGraphicFramePr>
                <a:graphicFrameLocks noChangeAspect="1"/>
              </p:cNvGraphicFramePr>
              <p:nvPr/>
            </p:nvGraphicFramePr>
            <p:xfrm>
              <a:off x="745" y="1248"/>
              <a:ext cx="167" cy="208"/>
            </p:xfrm>
            <a:graphic>
              <a:graphicData uri="http://schemas.openxmlformats.org/presentationml/2006/ole">
                <mc:AlternateContent xmlns:mc="http://schemas.openxmlformats.org/markup-compatibility/2006">
                  <mc:Choice xmlns:v="urn:schemas-microsoft-com:vml" Requires="v">
                    <p:oleObj name="公式" r:id="rId12" imgW="266700" imgH="330200" progId="Equation.3">
                      <p:embed/>
                    </p:oleObj>
                  </mc:Choice>
                  <mc:Fallback>
                    <p:oleObj name="公式" r:id="rId12" imgW="266700" imgH="330200" progId="Equation.3">
                      <p:embed/>
                      <p:pic>
                        <p:nvPicPr>
                          <p:cNvPr id="0" name="图片 17"/>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45" y="1248"/>
                            <a:ext cx="167" cy="20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9" name="Object 11"/>
              <p:cNvGraphicFramePr>
                <a:graphicFrameLocks noChangeAspect="1"/>
              </p:cNvGraphicFramePr>
              <p:nvPr/>
            </p:nvGraphicFramePr>
            <p:xfrm>
              <a:off x="788" y="2572"/>
              <a:ext cx="158" cy="175"/>
            </p:xfrm>
            <a:graphic>
              <a:graphicData uri="http://schemas.openxmlformats.org/presentationml/2006/ole">
                <mc:AlternateContent xmlns:mc="http://schemas.openxmlformats.org/markup-compatibility/2006">
                  <mc:Choice xmlns:v="urn:schemas-microsoft-com:vml" Requires="v">
                    <p:oleObj name="公式" r:id="rId14" imgW="228600" imgH="254000" progId="Equation.3">
                      <p:embed/>
                    </p:oleObj>
                  </mc:Choice>
                  <mc:Fallback>
                    <p:oleObj name="公式" r:id="rId14" imgW="228600" imgH="254000" progId="Equation.3">
                      <p:embed/>
                      <p:pic>
                        <p:nvPicPr>
                          <p:cNvPr id="0" name="图片 19"/>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788" y="2572"/>
                            <a:ext cx="158" cy="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grpSp>
        <p:nvGrpSpPr>
          <p:cNvPr id="21" name="Group 14"/>
          <p:cNvGrpSpPr/>
          <p:nvPr/>
        </p:nvGrpSpPr>
        <p:grpSpPr bwMode="auto">
          <a:xfrm>
            <a:off x="6321425" y="4875212"/>
            <a:ext cx="838200" cy="942975"/>
            <a:chOff x="4520" y="3184"/>
            <a:chExt cx="528" cy="594"/>
          </a:xfrm>
        </p:grpSpPr>
        <p:sp>
          <p:nvSpPr>
            <p:cNvPr id="22" name="Line 15"/>
            <p:cNvSpPr>
              <a:spLocks noChangeShapeType="1"/>
            </p:cNvSpPr>
            <p:nvPr/>
          </p:nvSpPr>
          <p:spPr bwMode="auto">
            <a:xfrm>
              <a:off x="4664" y="3184"/>
              <a:ext cx="0" cy="412"/>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23" name="Object 16"/>
            <p:cNvGraphicFramePr>
              <a:graphicFrameLocks noChangeAspect="1"/>
            </p:cNvGraphicFramePr>
            <p:nvPr/>
          </p:nvGraphicFramePr>
          <p:xfrm>
            <a:off x="4520" y="3616"/>
            <a:ext cx="528" cy="162"/>
          </p:xfrm>
          <a:graphic>
            <a:graphicData uri="http://schemas.openxmlformats.org/presentationml/2006/ole">
              <mc:AlternateContent xmlns:mc="http://schemas.openxmlformats.org/markup-compatibility/2006">
                <mc:Choice xmlns:v="urn:schemas-microsoft-com:vml" Requires="v">
                  <p:oleObj name="公式" r:id="rId16" imgW="1079500" imgH="330200" progId="Equation.3">
                    <p:embed/>
                  </p:oleObj>
                </mc:Choice>
                <mc:Fallback>
                  <p:oleObj name="公式" r:id="rId16" imgW="1079500" imgH="330200" progId="Equation.3">
                    <p:embed/>
                    <p:pic>
                      <p:nvPicPr>
                        <p:cNvPr id="0" name="图片 23"/>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4520" y="3616"/>
                          <a:ext cx="528" cy="1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25" name="Object 21"/>
          <p:cNvGraphicFramePr>
            <a:graphicFrameLocks noChangeAspect="1"/>
          </p:cNvGraphicFramePr>
          <p:nvPr/>
        </p:nvGraphicFramePr>
        <p:xfrm>
          <a:off x="5127625" y="4240212"/>
          <a:ext cx="885825" cy="1314450"/>
        </p:xfrm>
        <a:graphic>
          <a:graphicData uri="http://schemas.openxmlformats.org/presentationml/2006/ole">
            <mc:AlternateContent xmlns:mc="http://schemas.openxmlformats.org/markup-compatibility/2006">
              <mc:Choice xmlns:v="urn:schemas-microsoft-com:vml" Requires="v">
                <p:oleObj name="BMP 图像" r:id="rId18" imgW="847725" imgH="1314450" progId="Paint.Picture">
                  <p:embed/>
                </p:oleObj>
              </mc:Choice>
              <mc:Fallback>
                <p:oleObj name="BMP 图像" r:id="rId18" imgW="847725" imgH="1314450" progId="Paint.Picture">
                  <p:embed/>
                  <p:pic>
                    <p:nvPicPr>
                      <p:cNvPr id="0" name="图片 25"/>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5127625" y="4240212"/>
                        <a:ext cx="885825" cy="1314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7" name="Object 22"/>
          <p:cNvGraphicFramePr>
            <a:graphicFrameLocks noChangeAspect="1"/>
          </p:cNvGraphicFramePr>
          <p:nvPr/>
        </p:nvGraphicFramePr>
        <p:xfrm>
          <a:off x="5318125" y="4897438"/>
          <a:ext cx="533400" cy="257175"/>
        </p:xfrm>
        <a:graphic>
          <a:graphicData uri="http://schemas.openxmlformats.org/presentationml/2006/ole">
            <mc:AlternateContent xmlns:mc="http://schemas.openxmlformats.org/markup-compatibility/2006">
              <mc:Choice xmlns:v="urn:schemas-microsoft-com:vml" Requires="v">
                <p:oleObj name="Equation" r:id="rId20" imgW="846455" imgH="408305" progId="Equation.DSMT4">
                  <p:embed/>
                </p:oleObj>
              </mc:Choice>
              <mc:Fallback>
                <p:oleObj name="Equation" r:id="rId20" imgW="846455" imgH="408305" progId="Equation.DSMT4">
                  <p:embed/>
                  <p:pic>
                    <p:nvPicPr>
                      <p:cNvPr id="0" name="图片 27"/>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5318125" y="4897438"/>
                        <a:ext cx="533400" cy="257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9" name="Group 23"/>
          <p:cNvGrpSpPr/>
          <p:nvPr/>
        </p:nvGrpSpPr>
        <p:grpSpPr bwMode="auto">
          <a:xfrm>
            <a:off x="5864225" y="4545012"/>
            <a:ext cx="265112" cy="1268413"/>
            <a:chOff x="4232" y="2976"/>
            <a:chExt cx="167" cy="799"/>
          </a:xfrm>
        </p:grpSpPr>
        <p:graphicFrame>
          <p:nvGraphicFramePr>
            <p:cNvPr id="30" name="Object 24"/>
            <p:cNvGraphicFramePr>
              <a:graphicFrameLocks noChangeAspect="1"/>
            </p:cNvGraphicFramePr>
            <p:nvPr/>
          </p:nvGraphicFramePr>
          <p:xfrm>
            <a:off x="4232" y="3616"/>
            <a:ext cx="167" cy="159"/>
          </p:xfrm>
          <a:graphic>
            <a:graphicData uri="http://schemas.openxmlformats.org/presentationml/2006/ole">
              <mc:AlternateContent xmlns:mc="http://schemas.openxmlformats.org/markup-compatibility/2006">
                <mc:Choice xmlns:v="urn:schemas-microsoft-com:vml" Requires="v">
                  <p:oleObj name="公式" r:id="rId22" imgW="262890" imgH="252730" progId="Equation.3">
                    <p:embed/>
                  </p:oleObj>
                </mc:Choice>
                <mc:Fallback>
                  <p:oleObj name="公式" r:id="rId22" imgW="262890" imgH="252730" progId="Equation.3">
                    <p:embed/>
                    <p:pic>
                      <p:nvPicPr>
                        <p:cNvPr id="0" name="图片 30"/>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4232" y="3616"/>
                          <a:ext cx="167" cy="15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2" name="Line 25"/>
            <p:cNvSpPr>
              <a:spLocks noChangeShapeType="1"/>
            </p:cNvSpPr>
            <p:nvPr/>
          </p:nvSpPr>
          <p:spPr bwMode="auto">
            <a:xfrm>
              <a:off x="4320" y="2976"/>
              <a:ext cx="0" cy="624"/>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（二）积分上限函数及其导数</a:t>
            </a:r>
          </a:p>
        </p:txBody>
      </p:sp>
      <p:graphicFrame>
        <p:nvGraphicFramePr>
          <p:cNvPr id="3" name="Object 18"/>
          <p:cNvGraphicFramePr>
            <a:graphicFrameLocks noChangeAspect="1"/>
          </p:cNvGraphicFramePr>
          <p:nvPr/>
        </p:nvGraphicFramePr>
        <p:xfrm>
          <a:off x="1759016" y="1411175"/>
          <a:ext cx="3416300" cy="685800"/>
        </p:xfrm>
        <a:graphic>
          <a:graphicData uri="http://schemas.openxmlformats.org/presentationml/2006/ole">
            <mc:AlternateContent xmlns:mc="http://schemas.openxmlformats.org/markup-compatibility/2006">
              <mc:Choice xmlns:v="urn:schemas-microsoft-com:vml" Requires="v">
                <p:oleObj name="Equation" r:id="rId3" imgW="81991200" imgH="16459200" progId="Equation.DSMT4">
                  <p:embed/>
                </p:oleObj>
              </mc:Choice>
              <mc:Fallback>
                <p:oleObj name="Equation" r:id="rId3" imgW="81991200" imgH="16459200" progId="Equation.DSMT4">
                  <p:embed/>
                  <p:pic>
                    <p:nvPicPr>
                      <p:cNvPr id="0" name="图片 3"/>
                      <p:cNvPicPr>
                        <a:picLocks noChangeAspect="1" noChangeArrowheads="1"/>
                      </p:cNvPicPr>
                      <p:nvPr/>
                    </p:nvPicPr>
                    <p:blipFill>
                      <a:blip r:embed="rId4"/>
                      <a:srcRect/>
                      <a:stretch>
                        <a:fillRect/>
                      </a:stretch>
                    </p:blipFill>
                    <p:spPr bwMode="auto">
                      <a:xfrm>
                        <a:off x="1759016" y="1411175"/>
                        <a:ext cx="3416300" cy="68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5" name="Object 19"/>
          <p:cNvGraphicFramePr>
            <a:graphicFrameLocks noChangeAspect="1"/>
          </p:cNvGraphicFramePr>
          <p:nvPr/>
        </p:nvGraphicFramePr>
        <p:xfrm>
          <a:off x="1759016" y="2420204"/>
          <a:ext cx="3365500" cy="392113"/>
        </p:xfrm>
        <a:graphic>
          <a:graphicData uri="http://schemas.openxmlformats.org/presentationml/2006/ole">
            <mc:AlternateContent xmlns:mc="http://schemas.openxmlformats.org/markup-compatibility/2006">
              <mc:Choice xmlns:v="urn:schemas-microsoft-com:vml" Requires="v">
                <p:oleObj name="Equation" r:id="rId5" imgW="80772000" imgH="9448800" progId="Equation.DSMT4">
                  <p:embed/>
                </p:oleObj>
              </mc:Choice>
              <mc:Fallback>
                <p:oleObj name="Equation" r:id="rId5" imgW="80772000" imgH="9448800" progId="Equation.DSMT4">
                  <p:embed/>
                  <p:pic>
                    <p:nvPicPr>
                      <p:cNvPr id="0" name="图片 5"/>
                      <p:cNvPicPr>
                        <a:picLocks noChangeAspect="1" noChangeArrowheads="1"/>
                      </p:cNvPicPr>
                      <p:nvPr/>
                    </p:nvPicPr>
                    <p:blipFill>
                      <a:blip r:embed="rId6"/>
                      <a:srcRect/>
                      <a:stretch>
                        <a:fillRect/>
                      </a:stretch>
                    </p:blipFill>
                    <p:spPr bwMode="auto">
                      <a:xfrm>
                        <a:off x="1759016" y="2420204"/>
                        <a:ext cx="3365500" cy="3921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 name="Object 20"/>
          <p:cNvGraphicFramePr>
            <a:graphicFrameLocks noChangeAspect="1"/>
          </p:cNvGraphicFramePr>
          <p:nvPr/>
        </p:nvGraphicFramePr>
        <p:xfrm>
          <a:off x="2347091" y="3133861"/>
          <a:ext cx="3454400" cy="685800"/>
        </p:xfrm>
        <a:graphic>
          <a:graphicData uri="http://schemas.openxmlformats.org/presentationml/2006/ole">
            <mc:AlternateContent xmlns:mc="http://schemas.openxmlformats.org/markup-compatibility/2006">
              <mc:Choice xmlns:v="urn:schemas-microsoft-com:vml" Requires="v">
                <p:oleObj name="Equation" r:id="rId7" imgW="82905600" imgH="16459200" progId="Equation.DSMT4">
                  <p:embed/>
                </p:oleObj>
              </mc:Choice>
              <mc:Fallback>
                <p:oleObj name="Equation" r:id="rId7" imgW="82905600" imgH="16459200" progId="Equation.DSMT4">
                  <p:embed/>
                  <p:pic>
                    <p:nvPicPr>
                      <p:cNvPr id="0" name="图片 7"/>
                      <p:cNvPicPr>
                        <a:picLocks noChangeAspect="1" noChangeArrowheads="1"/>
                      </p:cNvPicPr>
                      <p:nvPr/>
                    </p:nvPicPr>
                    <p:blipFill>
                      <a:blip r:embed="rId8"/>
                      <a:srcRect/>
                      <a:stretch>
                        <a:fillRect/>
                      </a:stretch>
                    </p:blipFill>
                    <p:spPr bwMode="auto">
                      <a:xfrm>
                        <a:off x="2347091" y="3133861"/>
                        <a:ext cx="3454400" cy="68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9" name="Object 27"/>
          <p:cNvGraphicFramePr>
            <a:graphicFrameLocks noChangeAspect="1"/>
          </p:cNvGraphicFramePr>
          <p:nvPr/>
        </p:nvGraphicFramePr>
        <p:xfrm>
          <a:off x="2347091" y="4141205"/>
          <a:ext cx="5016500" cy="685800"/>
        </p:xfrm>
        <a:graphic>
          <a:graphicData uri="http://schemas.openxmlformats.org/presentationml/2006/ole">
            <mc:AlternateContent xmlns:mc="http://schemas.openxmlformats.org/markup-compatibility/2006">
              <mc:Choice xmlns:v="urn:schemas-microsoft-com:vml" Requires="v">
                <p:oleObj name="Equation" r:id="rId9" imgW="120396000" imgH="16459200" progId="Equation.DSMT4">
                  <p:embed/>
                </p:oleObj>
              </mc:Choice>
              <mc:Fallback>
                <p:oleObj name="Equation" r:id="rId9" imgW="120396000" imgH="16459200" progId="Equation.DSMT4">
                  <p:embed/>
                  <p:pic>
                    <p:nvPicPr>
                      <p:cNvPr id="0" name="图片 9"/>
                      <p:cNvPicPr>
                        <a:picLocks noChangeAspect="1" noChangeArrowheads="1"/>
                      </p:cNvPicPr>
                      <p:nvPr/>
                    </p:nvPicPr>
                    <p:blipFill>
                      <a:blip r:embed="rId10"/>
                      <a:srcRect/>
                      <a:stretch>
                        <a:fillRect/>
                      </a:stretch>
                    </p:blipFill>
                    <p:spPr bwMode="auto">
                      <a:xfrm>
                        <a:off x="2347091" y="4141205"/>
                        <a:ext cx="5016500" cy="6858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1" name="Object 28"/>
          <p:cNvGraphicFramePr>
            <a:graphicFrameLocks noChangeAspect="1"/>
          </p:cNvGraphicFramePr>
          <p:nvPr/>
        </p:nvGraphicFramePr>
        <p:xfrm>
          <a:off x="2347091" y="5148550"/>
          <a:ext cx="2006600" cy="685800"/>
        </p:xfrm>
        <a:graphic>
          <a:graphicData uri="http://schemas.openxmlformats.org/presentationml/2006/ole">
            <mc:AlternateContent xmlns:mc="http://schemas.openxmlformats.org/markup-compatibility/2006">
              <mc:Choice xmlns:v="urn:schemas-microsoft-com:vml" Requires="v">
                <p:oleObj name="Equation" r:id="rId11" imgW="48158400" imgH="16459200" progId="Equation.DSMT4">
                  <p:embed/>
                </p:oleObj>
              </mc:Choice>
              <mc:Fallback>
                <p:oleObj name="Equation" r:id="rId11" imgW="48158400" imgH="16459200" progId="Equation.DSMT4">
                  <p:embed/>
                  <p:pic>
                    <p:nvPicPr>
                      <p:cNvPr id="0" name="图片 11"/>
                      <p:cNvPicPr>
                        <a:picLocks noChangeAspect="1" noChangeArrowheads="1"/>
                      </p:cNvPicPr>
                      <p:nvPr/>
                    </p:nvPicPr>
                    <p:blipFill>
                      <a:blip r:embed="rId12"/>
                      <a:srcRect/>
                      <a:stretch>
                        <a:fillRect/>
                      </a:stretch>
                    </p:blipFill>
                    <p:spPr bwMode="auto">
                      <a:xfrm>
                        <a:off x="2347091" y="5148550"/>
                        <a:ext cx="2006600" cy="685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3" name="Group 2"/>
          <p:cNvGrpSpPr/>
          <p:nvPr/>
        </p:nvGrpSpPr>
        <p:grpSpPr bwMode="auto">
          <a:xfrm>
            <a:off x="7989671" y="2089560"/>
            <a:ext cx="3625850" cy="2413000"/>
            <a:chOff x="3236" y="2304"/>
            <a:chExt cx="2284" cy="1520"/>
          </a:xfrm>
        </p:grpSpPr>
        <p:graphicFrame>
          <p:nvGraphicFramePr>
            <p:cNvPr id="14" name="Object 3"/>
            <p:cNvGraphicFramePr>
              <a:graphicFrameLocks noChangeAspect="1"/>
            </p:cNvGraphicFramePr>
            <p:nvPr/>
          </p:nvGraphicFramePr>
          <p:xfrm>
            <a:off x="3752" y="2618"/>
            <a:ext cx="1362" cy="1026"/>
          </p:xfrm>
          <a:graphic>
            <a:graphicData uri="http://schemas.openxmlformats.org/presentationml/2006/ole">
              <mc:AlternateContent xmlns:mc="http://schemas.openxmlformats.org/markup-compatibility/2006">
                <mc:Choice xmlns:v="urn:schemas-microsoft-com:vml" Requires="v">
                  <p:oleObj name="BMP 图象" r:id="rId13" imgW="2162175" imgH="1628775" progId="Paint.Picture">
                    <p:embed/>
                  </p:oleObj>
                </mc:Choice>
                <mc:Fallback>
                  <p:oleObj name="BMP 图象" r:id="rId13" imgW="2162175" imgH="1628775" progId="Paint.Picture">
                    <p:embed/>
                    <p:pic>
                      <p:nvPicPr>
                        <p:cNvPr id="0" name="图片 14"/>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752" y="2618"/>
                          <a:ext cx="1362" cy="10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6" name="Object 4"/>
            <p:cNvGraphicFramePr>
              <a:graphicFrameLocks noChangeAspect="1"/>
            </p:cNvGraphicFramePr>
            <p:nvPr/>
          </p:nvGraphicFramePr>
          <p:xfrm>
            <a:off x="3697" y="3616"/>
            <a:ext cx="151" cy="159"/>
          </p:xfrm>
          <a:graphic>
            <a:graphicData uri="http://schemas.openxmlformats.org/presentationml/2006/ole">
              <mc:AlternateContent xmlns:mc="http://schemas.openxmlformats.org/markup-compatibility/2006">
                <mc:Choice xmlns:v="urn:schemas-microsoft-com:vml" Requires="v">
                  <p:oleObj name="公式" r:id="rId15" imgW="241300" imgH="254000" progId="Equation.3">
                    <p:embed/>
                  </p:oleObj>
                </mc:Choice>
                <mc:Fallback>
                  <p:oleObj name="公式" r:id="rId15" imgW="241300" imgH="254000" progId="Equation.3">
                    <p:embed/>
                    <p:pic>
                      <p:nvPicPr>
                        <p:cNvPr id="0" name="图片 16"/>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3697" y="3616"/>
                          <a:ext cx="151" cy="15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8" name="Object 5"/>
            <p:cNvGraphicFramePr>
              <a:graphicFrameLocks noChangeAspect="1"/>
            </p:cNvGraphicFramePr>
            <p:nvPr/>
          </p:nvGraphicFramePr>
          <p:xfrm>
            <a:off x="5048" y="3616"/>
            <a:ext cx="144" cy="208"/>
          </p:xfrm>
          <a:graphic>
            <a:graphicData uri="http://schemas.openxmlformats.org/presentationml/2006/ole">
              <mc:AlternateContent xmlns:mc="http://schemas.openxmlformats.org/markup-compatibility/2006">
                <mc:Choice xmlns:v="urn:schemas-microsoft-com:vml" Requires="v">
                  <p:oleObj name="公式" r:id="rId17" imgW="228600" imgH="330200" progId="Equation.3">
                    <p:embed/>
                  </p:oleObj>
                </mc:Choice>
                <mc:Fallback>
                  <p:oleObj name="公式" r:id="rId17" imgW="228600" imgH="330200" progId="Equation.3">
                    <p:embed/>
                    <p:pic>
                      <p:nvPicPr>
                        <p:cNvPr id="0" name="图片 18"/>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5048" y="3616"/>
                          <a:ext cx="144" cy="20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0" name="Group 6"/>
            <p:cNvGrpSpPr/>
            <p:nvPr/>
          </p:nvGrpSpPr>
          <p:grpSpPr bwMode="auto">
            <a:xfrm>
              <a:off x="3236" y="2304"/>
              <a:ext cx="2284" cy="1504"/>
              <a:chOff x="745" y="1248"/>
              <a:chExt cx="2062" cy="1503"/>
            </a:xfrm>
          </p:grpSpPr>
          <p:sp>
            <p:nvSpPr>
              <p:cNvPr id="21" name="Line 7"/>
              <p:cNvSpPr>
                <a:spLocks noChangeShapeType="1"/>
              </p:cNvSpPr>
              <p:nvPr/>
            </p:nvSpPr>
            <p:spPr bwMode="auto">
              <a:xfrm>
                <a:off x="768" y="2544"/>
                <a:ext cx="1968" cy="0"/>
              </a:xfrm>
              <a:prstGeom prst="line">
                <a:avLst/>
              </a:prstGeom>
              <a:noFill/>
              <a:ln w="2857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22" name="Line 8"/>
              <p:cNvSpPr>
                <a:spLocks noChangeShapeType="1"/>
              </p:cNvSpPr>
              <p:nvPr/>
            </p:nvSpPr>
            <p:spPr bwMode="auto">
              <a:xfrm flipV="1">
                <a:off x="960" y="1248"/>
                <a:ext cx="0" cy="1488"/>
              </a:xfrm>
              <a:prstGeom prst="line">
                <a:avLst/>
              </a:prstGeom>
              <a:noFill/>
              <a:ln w="2857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23" name="Object 9"/>
              <p:cNvGraphicFramePr>
                <a:graphicFrameLocks noChangeAspect="1"/>
              </p:cNvGraphicFramePr>
              <p:nvPr/>
            </p:nvGraphicFramePr>
            <p:xfrm>
              <a:off x="2640" y="2592"/>
              <a:ext cx="167" cy="159"/>
            </p:xfrm>
            <a:graphic>
              <a:graphicData uri="http://schemas.openxmlformats.org/presentationml/2006/ole">
                <mc:AlternateContent xmlns:mc="http://schemas.openxmlformats.org/markup-compatibility/2006">
                  <mc:Choice xmlns:v="urn:schemas-microsoft-com:vml" Requires="v">
                    <p:oleObj name="公式" r:id="rId19" imgW="266700" imgH="254000" progId="Equation.3">
                      <p:embed/>
                    </p:oleObj>
                  </mc:Choice>
                  <mc:Fallback>
                    <p:oleObj name="公式" r:id="rId19" imgW="266700" imgH="254000" progId="Equation.3">
                      <p:embed/>
                      <p:pic>
                        <p:nvPicPr>
                          <p:cNvPr id="0" name="图片 23"/>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2640" y="2592"/>
                            <a:ext cx="167" cy="15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 name="Object 10"/>
              <p:cNvGraphicFramePr>
                <a:graphicFrameLocks noChangeAspect="1"/>
              </p:cNvGraphicFramePr>
              <p:nvPr/>
            </p:nvGraphicFramePr>
            <p:xfrm>
              <a:off x="745" y="1248"/>
              <a:ext cx="167" cy="208"/>
            </p:xfrm>
            <a:graphic>
              <a:graphicData uri="http://schemas.openxmlformats.org/presentationml/2006/ole">
                <mc:AlternateContent xmlns:mc="http://schemas.openxmlformats.org/markup-compatibility/2006">
                  <mc:Choice xmlns:v="urn:schemas-microsoft-com:vml" Requires="v">
                    <p:oleObj name="公式" r:id="rId21" imgW="266700" imgH="330200" progId="Equation.3">
                      <p:embed/>
                    </p:oleObj>
                  </mc:Choice>
                  <mc:Fallback>
                    <p:oleObj name="公式" r:id="rId21" imgW="266700" imgH="330200" progId="Equation.3">
                      <p:embed/>
                      <p:pic>
                        <p:nvPicPr>
                          <p:cNvPr id="0" name="图片 25"/>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745" y="1248"/>
                            <a:ext cx="167" cy="20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7" name="Object 11"/>
              <p:cNvGraphicFramePr>
                <a:graphicFrameLocks noChangeAspect="1"/>
              </p:cNvGraphicFramePr>
              <p:nvPr/>
            </p:nvGraphicFramePr>
            <p:xfrm>
              <a:off x="788" y="2572"/>
              <a:ext cx="158" cy="175"/>
            </p:xfrm>
            <a:graphic>
              <a:graphicData uri="http://schemas.openxmlformats.org/presentationml/2006/ole">
                <mc:AlternateContent xmlns:mc="http://schemas.openxmlformats.org/markup-compatibility/2006">
                  <mc:Choice xmlns:v="urn:schemas-microsoft-com:vml" Requires="v">
                    <p:oleObj name="公式" r:id="rId23" imgW="228600" imgH="254000" progId="Equation.3">
                      <p:embed/>
                    </p:oleObj>
                  </mc:Choice>
                  <mc:Fallback>
                    <p:oleObj name="公式" r:id="rId23" imgW="228600" imgH="254000" progId="Equation.3">
                      <p:embed/>
                      <p:pic>
                        <p:nvPicPr>
                          <p:cNvPr id="0" name="图片 27"/>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788" y="2572"/>
                            <a:ext cx="158" cy="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grpSp>
        <p:nvGrpSpPr>
          <p:cNvPr id="29" name="Group 14"/>
          <p:cNvGrpSpPr/>
          <p:nvPr/>
        </p:nvGrpSpPr>
        <p:grpSpPr bwMode="auto">
          <a:xfrm>
            <a:off x="10028021" y="3486560"/>
            <a:ext cx="838200" cy="942975"/>
            <a:chOff x="4520" y="3184"/>
            <a:chExt cx="528" cy="594"/>
          </a:xfrm>
        </p:grpSpPr>
        <p:sp>
          <p:nvSpPr>
            <p:cNvPr id="30" name="Line 15"/>
            <p:cNvSpPr>
              <a:spLocks noChangeShapeType="1"/>
            </p:cNvSpPr>
            <p:nvPr/>
          </p:nvSpPr>
          <p:spPr bwMode="auto">
            <a:xfrm>
              <a:off x="4664" y="3184"/>
              <a:ext cx="0" cy="412"/>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31" name="Object 16"/>
            <p:cNvGraphicFramePr>
              <a:graphicFrameLocks noChangeAspect="1"/>
            </p:cNvGraphicFramePr>
            <p:nvPr/>
          </p:nvGraphicFramePr>
          <p:xfrm>
            <a:off x="4520" y="3616"/>
            <a:ext cx="528" cy="162"/>
          </p:xfrm>
          <a:graphic>
            <a:graphicData uri="http://schemas.openxmlformats.org/presentationml/2006/ole">
              <mc:AlternateContent xmlns:mc="http://schemas.openxmlformats.org/markup-compatibility/2006">
                <mc:Choice xmlns:v="urn:schemas-microsoft-com:vml" Requires="v">
                  <p:oleObj name="公式" r:id="rId25" imgW="1079500" imgH="330200" progId="Equation.3">
                    <p:embed/>
                  </p:oleObj>
                </mc:Choice>
                <mc:Fallback>
                  <p:oleObj name="公式" r:id="rId25" imgW="1079500" imgH="330200" progId="Equation.3">
                    <p:embed/>
                    <p:pic>
                      <p:nvPicPr>
                        <p:cNvPr id="0" name="图片 31"/>
                        <p:cNvPicPr>
                          <a:picLocks noChangeAspect="1" noChangeArrowheads="1"/>
                        </p:cNvPicPr>
                        <p:nvPr/>
                      </p:nvPicPr>
                      <p:blipFill>
                        <a:blip r:embed="rId26">
                          <a:extLst>
                            <a:ext uri="{28A0092B-C50C-407E-A947-70E740481C1C}">
                              <a14:useLocalDpi xmlns:a14="http://schemas.microsoft.com/office/drawing/2010/main" val="0"/>
                            </a:ext>
                          </a:extLst>
                        </a:blip>
                        <a:srcRect/>
                        <a:stretch>
                          <a:fillRect/>
                        </a:stretch>
                      </p:blipFill>
                      <p:spPr bwMode="auto">
                        <a:xfrm>
                          <a:off x="4520" y="3616"/>
                          <a:ext cx="528" cy="1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33" name="Object 21"/>
          <p:cNvGraphicFramePr>
            <a:graphicFrameLocks noChangeAspect="1"/>
          </p:cNvGraphicFramePr>
          <p:nvPr/>
        </p:nvGraphicFramePr>
        <p:xfrm>
          <a:off x="8834221" y="2851560"/>
          <a:ext cx="885825" cy="1314450"/>
        </p:xfrm>
        <a:graphic>
          <a:graphicData uri="http://schemas.openxmlformats.org/presentationml/2006/ole">
            <mc:AlternateContent xmlns:mc="http://schemas.openxmlformats.org/markup-compatibility/2006">
              <mc:Choice xmlns:v="urn:schemas-microsoft-com:vml" Requires="v">
                <p:oleObj name="BMP 图象" r:id="rId27" imgW="847725" imgH="1314450" progId="Paint.Picture">
                  <p:embed/>
                </p:oleObj>
              </mc:Choice>
              <mc:Fallback>
                <p:oleObj name="BMP 图象" r:id="rId27" imgW="847725" imgH="1314450" progId="Paint.Picture">
                  <p:embed/>
                  <p:pic>
                    <p:nvPicPr>
                      <p:cNvPr id="0" name="图片 33"/>
                      <p:cNvPicPr>
                        <a:picLocks noChangeAspect="1" noChangeArrowheads="1"/>
                      </p:cNvPicPr>
                      <p:nvPr/>
                    </p:nvPicPr>
                    <p:blipFill>
                      <a:blip r:embed="rId28">
                        <a:extLst>
                          <a:ext uri="{28A0092B-C50C-407E-A947-70E740481C1C}">
                            <a14:useLocalDpi xmlns:a14="http://schemas.microsoft.com/office/drawing/2010/main" val="0"/>
                          </a:ext>
                        </a:extLst>
                      </a:blip>
                      <a:srcRect/>
                      <a:stretch>
                        <a:fillRect/>
                      </a:stretch>
                    </p:blipFill>
                    <p:spPr bwMode="auto">
                      <a:xfrm>
                        <a:off x="8834221" y="2851560"/>
                        <a:ext cx="885825" cy="1314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5" name="Object 22"/>
          <p:cNvGraphicFramePr>
            <a:graphicFrameLocks noChangeAspect="1"/>
          </p:cNvGraphicFramePr>
          <p:nvPr/>
        </p:nvGraphicFramePr>
        <p:xfrm>
          <a:off x="9024721" y="3508785"/>
          <a:ext cx="533400" cy="257175"/>
        </p:xfrm>
        <a:graphic>
          <a:graphicData uri="http://schemas.openxmlformats.org/presentationml/2006/ole">
            <mc:AlternateContent xmlns:mc="http://schemas.openxmlformats.org/markup-compatibility/2006">
              <mc:Choice xmlns:v="urn:schemas-microsoft-com:vml" Requires="v">
                <p:oleObj name="公式" r:id="rId29" imgW="846455" imgH="408305" progId="Equation.3">
                  <p:embed/>
                </p:oleObj>
              </mc:Choice>
              <mc:Fallback>
                <p:oleObj name="公式" r:id="rId29" imgW="846455" imgH="408305" progId="Equation.3">
                  <p:embed/>
                  <p:pic>
                    <p:nvPicPr>
                      <p:cNvPr id="0" name="图片 35"/>
                      <p:cNvPicPr>
                        <a:picLocks noChangeAspect="1" noChangeArrowheads="1"/>
                      </p:cNvPicPr>
                      <p:nvPr/>
                    </p:nvPicPr>
                    <p:blipFill>
                      <a:blip r:embed="rId30">
                        <a:extLst>
                          <a:ext uri="{28A0092B-C50C-407E-A947-70E740481C1C}">
                            <a14:useLocalDpi xmlns:a14="http://schemas.microsoft.com/office/drawing/2010/main" val="0"/>
                          </a:ext>
                        </a:extLst>
                      </a:blip>
                      <a:srcRect/>
                      <a:stretch>
                        <a:fillRect/>
                      </a:stretch>
                    </p:blipFill>
                    <p:spPr bwMode="auto">
                      <a:xfrm>
                        <a:off x="9024721" y="3508785"/>
                        <a:ext cx="533400" cy="257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37" name="Group 23"/>
          <p:cNvGrpSpPr/>
          <p:nvPr/>
        </p:nvGrpSpPr>
        <p:grpSpPr bwMode="auto">
          <a:xfrm>
            <a:off x="9570821" y="3156360"/>
            <a:ext cx="265112" cy="1268413"/>
            <a:chOff x="4232" y="2976"/>
            <a:chExt cx="167" cy="799"/>
          </a:xfrm>
        </p:grpSpPr>
        <p:graphicFrame>
          <p:nvGraphicFramePr>
            <p:cNvPr id="38" name="Object 24"/>
            <p:cNvGraphicFramePr>
              <a:graphicFrameLocks noChangeAspect="1"/>
            </p:cNvGraphicFramePr>
            <p:nvPr/>
          </p:nvGraphicFramePr>
          <p:xfrm>
            <a:off x="4232" y="3616"/>
            <a:ext cx="167" cy="159"/>
          </p:xfrm>
          <a:graphic>
            <a:graphicData uri="http://schemas.openxmlformats.org/presentationml/2006/ole">
              <mc:AlternateContent xmlns:mc="http://schemas.openxmlformats.org/markup-compatibility/2006">
                <mc:Choice xmlns:v="urn:schemas-microsoft-com:vml" Requires="v">
                  <p:oleObj name="公式" r:id="rId31" imgW="262890" imgH="252730" progId="Equation.3">
                    <p:embed/>
                  </p:oleObj>
                </mc:Choice>
                <mc:Fallback>
                  <p:oleObj name="公式" r:id="rId31" imgW="262890" imgH="252730" progId="Equation.3">
                    <p:embed/>
                    <p:pic>
                      <p:nvPicPr>
                        <p:cNvPr id="0" name="图片 38"/>
                        <p:cNvPicPr>
                          <a:picLocks noChangeAspect="1" noChangeArrowheads="1"/>
                        </p:cNvPicPr>
                        <p:nvPr/>
                      </p:nvPicPr>
                      <p:blipFill>
                        <a:blip r:embed="rId32">
                          <a:extLst>
                            <a:ext uri="{28A0092B-C50C-407E-A947-70E740481C1C}">
                              <a14:useLocalDpi xmlns:a14="http://schemas.microsoft.com/office/drawing/2010/main" val="0"/>
                            </a:ext>
                          </a:extLst>
                        </a:blip>
                        <a:srcRect/>
                        <a:stretch>
                          <a:fillRect/>
                        </a:stretch>
                      </p:blipFill>
                      <p:spPr bwMode="auto">
                        <a:xfrm>
                          <a:off x="4232" y="3616"/>
                          <a:ext cx="167" cy="15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0" name="Line 25"/>
            <p:cNvSpPr>
              <a:spLocks noChangeShapeType="1"/>
            </p:cNvSpPr>
            <p:nvPr/>
          </p:nvSpPr>
          <p:spPr bwMode="auto">
            <a:xfrm>
              <a:off x="4320" y="2976"/>
              <a:ext cx="0" cy="624"/>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41" name="Text Box 5"/>
          <p:cNvSpPr txBox="1">
            <a:spLocks noChangeArrowheads="1"/>
          </p:cNvSpPr>
          <p:nvPr/>
        </p:nvSpPr>
        <p:spPr bwMode="auto">
          <a:xfrm>
            <a:off x="669925" y="1449920"/>
            <a:ext cx="1371600"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2857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800" b="1" dirty="0">
                <a:solidFill>
                  <a:srgbClr val="0157A8"/>
                </a:solidFill>
                <a:latin typeface="+mn-ea"/>
                <a:ea typeface="+mn-ea"/>
              </a:rPr>
              <a:t>证明：</a:t>
            </a:r>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5"/>
                                        </p:tgtEl>
                                        <p:attrNameLst>
                                          <p:attrName>style.visibility</p:attrName>
                                        </p:attrNameLst>
                                      </p:cBhvr>
                                      <p:to>
                                        <p:strVal val="visible"/>
                                      </p:to>
                                    </p:set>
                                    <p:animEffect transition="in" filter="wipe(left)">
                                      <p:cBhvr>
                                        <p:cTn id="12" dur="500"/>
                                        <p:tgtEl>
                                          <p:spTgt spid="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left)">
                                      <p:cBhvr>
                                        <p:cTn id="17"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（二）积分上限函数及其导数</a:t>
            </a:r>
          </a:p>
        </p:txBody>
      </p:sp>
      <p:grpSp>
        <p:nvGrpSpPr>
          <p:cNvPr id="3" name="Group 2"/>
          <p:cNvGrpSpPr/>
          <p:nvPr/>
        </p:nvGrpSpPr>
        <p:grpSpPr bwMode="auto">
          <a:xfrm>
            <a:off x="7989671" y="2089560"/>
            <a:ext cx="3625850" cy="2413000"/>
            <a:chOff x="3236" y="2304"/>
            <a:chExt cx="2284" cy="1520"/>
          </a:xfrm>
        </p:grpSpPr>
        <p:graphicFrame>
          <p:nvGraphicFramePr>
            <p:cNvPr id="4" name="Object 3"/>
            <p:cNvGraphicFramePr>
              <a:graphicFrameLocks noChangeAspect="1"/>
            </p:cNvGraphicFramePr>
            <p:nvPr/>
          </p:nvGraphicFramePr>
          <p:xfrm>
            <a:off x="3752" y="2618"/>
            <a:ext cx="1362" cy="1026"/>
          </p:xfrm>
          <a:graphic>
            <a:graphicData uri="http://schemas.openxmlformats.org/presentationml/2006/ole">
              <mc:AlternateContent xmlns:mc="http://schemas.openxmlformats.org/markup-compatibility/2006">
                <mc:Choice xmlns:v="urn:schemas-microsoft-com:vml" Requires="v">
                  <p:oleObj name="BMP 图象" r:id="rId2" imgW="2162175" imgH="1628775" progId="Paint.Picture">
                    <p:embed/>
                  </p:oleObj>
                </mc:Choice>
                <mc:Fallback>
                  <p:oleObj name="BMP 图象" r:id="rId2" imgW="2162175" imgH="1628775" progId="Paint.Picture">
                    <p:embed/>
                    <p:pic>
                      <p:nvPicPr>
                        <p:cNvPr id="0" name="图片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52" y="2618"/>
                          <a:ext cx="1362" cy="10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 name="Object 4"/>
            <p:cNvGraphicFramePr>
              <a:graphicFrameLocks noChangeAspect="1"/>
            </p:cNvGraphicFramePr>
            <p:nvPr/>
          </p:nvGraphicFramePr>
          <p:xfrm>
            <a:off x="3697" y="3616"/>
            <a:ext cx="151" cy="159"/>
          </p:xfrm>
          <a:graphic>
            <a:graphicData uri="http://schemas.openxmlformats.org/presentationml/2006/ole">
              <mc:AlternateContent xmlns:mc="http://schemas.openxmlformats.org/markup-compatibility/2006">
                <mc:Choice xmlns:v="urn:schemas-microsoft-com:vml" Requires="v">
                  <p:oleObj name="公式" r:id="rId4" imgW="241300" imgH="254000" progId="Equation.3">
                    <p:embed/>
                  </p:oleObj>
                </mc:Choice>
                <mc:Fallback>
                  <p:oleObj name="公式" r:id="rId4" imgW="241300" imgH="254000" progId="Equation.3">
                    <p:embed/>
                    <p:pic>
                      <p:nvPicPr>
                        <p:cNvPr id="0" name="图片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97" y="3616"/>
                          <a:ext cx="151" cy="15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 name="Object 5"/>
            <p:cNvGraphicFramePr>
              <a:graphicFrameLocks noChangeAspect="1"/>
            </p:cNvGraphicFramePr>
            <p:nvPr/>
          </p:nvGraphicFramePr>
          <p:xfrm>
            <a:off x="5048" y="3616"/>
            <a:ext cx="144" cy="208"/>
          </p:xfrm>
          <a:graphic>
            <a:graphicData uri="http://schemas.openxmlformats.org/presentationml/2006/ole">
              <mc:AlternateContent xmlns:mc="http://schemas.openxmlformats.org/markup-compatibility/2006">
                <mc:Choice xmlns:v="urn:schemas-microsoft-com:vml" Requires="v">
                  <p:oleObj name="公式" r:id="rId6" imgW="228600" imgH="330200" progId="Equation.3">
                    <p:embed/>
                  </p:oleObj>
                </mc:Choice>
                <mc:Fallback>
                  <p:oleObj name="公式" r:id="rId6" imgW="228600" imgH="330200" progId="Equation.3">
                    <p:embed/>
                    <p:pic>
                      <p:nvPicPr>
                        <p:cNvPr id="0" name="图片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048" y="3616"/>
                          <a:ext cx="144" cy="20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0" name="Group 6"/>
            <p:cNvGrpSpPr/>
            <p:nvPr/>
          </p:nvGrpSpPr>
          <p:grpSpPr bwMode="auto">
            <a:xfrm>
              <a:off x="3236" y="2304"/>
              <a:ext cx="2284" cy="1504"/>
              <a:chOff x="745" y="1248"/>
              <a:chExt cx="2062" cy="1503"/>
            </a:xfrm>
          </p:grpSpPr>
          <p:sp>
            <p:nvSpPr>
              <p:cNvPr id="11" name="Line 7"/>
              <p:cNvSpPr>
                <a:spLocks noChangeShapeType="1"/>
              </p:cNvSpPr>
              <p:nvPr/>
            </p:nvSpPr>
            <p:spPr bwMode="auto">
              <a:xfrm>
                <a:off x="768" y="2544"/>
                <a:ext cx="1968" cy="0"/>
              </a:xfrm>
              <a:prstGeom prst="line">
                <a:avLst/>
              </a:prstGeom>
              <a:noFill/>
              <a:ln w="2857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 name="Line 8"/>
              <p:cNvSpPr>
                <a:spLocks noChangeShapeType="1"/>
              </p:cNvSpPr>
              <p:nvPr/>
            </p:nvSpPr>
            <p:spPr bwMode="auto">
              <a:xfrm flipV="1">
                <a:off x="960" y="1248"/>
                <a:ext cx="0" cy="1488"/>
              </a:xfrm>
              <a:prstGeom prst="line">
                <a:avLst/>
              </a:prstGeom>
              <a:noFill/>
              <a:ln w="2857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13" name="Object 9"/>
              <p:cNvGraphicFramePr>
                <a:graphicFrameLocks noChangeAspect="1"/>
              </p:cNvGraphicFramePr>
              <p:nvPr/>
            </p:nvGraphicFramePr>
            <p:xfrm>
              <a:off x="2640" y="2592"/>
              <a:ext cx="167" cy="159"/>
            </p:xfrm>
            <a:graphic>
              <a:graphicData uri="http://schemas.openxmlformats.org/presentationml/2006/ole">
                <mc:AlternateContent xmlns:mc="http://schemas.openxmlformats.org/markup-compatibility/2006">
                  <mc:Choice xmlns:v="urn:schemas-microsoft-com:vml" Requires="v">
                    <p:oleObj name="公式" r:id="rId8" imgW="266700" imgH="254000" progId="Equation.3">
                      <p:embed/>
                    </p:oleObj>
                  </mc:Choice>
                  <mc:Fallback>
                    <p:oleObj name="公式" r:id="rId8" imgW="266700" imgH="254000" progId="Equation.3">
                      <p:embed/>
                      <p:pic>
                        <p:nvPicPr>
                          <p:cNvPr id="0" name="图片 1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640" y="2592"/>
                            <a:ext cx="167" cy="15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5" name="Object 10"/>
              <p:cNvGraphicFramePr>
                <a:graphicFrameLocks noChangeAspect="1"/>
              </p:cNvGraphicFramePr>
              <p:nvPr/>
            </p:nvGraphicFramePr>
            <p:xfrm>
              <a:off x="745" y="1248"/>
              <a:ext cx="167" cy="208"/>
            </p:xfrm>
            <a:graphic>
              <a:graphicData uri="http://schemas.openxmlformats.org/presentationml/2006/ole">
                <mc:AlternateContent xmlns:mc="http://schemas.openxmlformats.org/markup-compatibility/2006">
                  <mc:Choice xmlns:v="urn:schemas-microsoft-com:vml" Requires="v">
                    <p:oleObj name="公式" r:id="rId10" imgW="266700" imgH="330200" progId="Equation.3">
                      <p:embed/>
                    </p:oleObj>
                  </mc:Choice>
                  <mc:Fallback>
                    <p:oleObj name="公式" r:id="rId10" imgW="266700" imgH="330200" progId="Equation.3">
                      <p:embed/>
                      <p:pic>
                        <p:nvPicPr>
                          <p:cNvPr id="0" name="图片 1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45" y="1248"/>
                            <a:ext cx="167" cy="20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7" name="Object 11"/>
              <p:cNvGraphicFramePr>
                <a:graphicFrameLocks noChangeAspect="1"/>
              </p:cNvGraphicFramePr>
              <p:nvPr/>
            </p:nvGraphicFramePr>
            <p:xfrm>
              <a:off x="788" y="2572"/>
              <a:ext cx="158" cy="175"/>
            </p:xfrm>
            <a:graphic>
              <a:graphicData uri="http://schemas.openxmlformats.org/presentationml/2006/ole">
                <mc:AlternateContent xmlns:mc="http://schemas.openxmlformats.org/markup-compatibility/2006">
                  <mc:Choice xmlns:v="urn:schemas-microsoft-com:vml" Requires="v">
                    <p:oleObj name="公式" r:id="rId12" imgW="228600" imgH="254000" progId="Equation.3">
                      <p:embed/>
                    </p:oleObj>
                  </mc:Choice>
                  <mc:Fallback>
                    <p:oleObj name="公式" r:id="rId12" imgW="228600" imgH="254000" progId="Equation.3">
                      <p:embed/>
                      <p:pic>
                        <p:nvPicPr>
                          <p:cNvPr id="0" name="图片 17"/>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88" y="2572"/>
                            <a:ext cx="158" cy="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grpSp>
        <p:nvGrpSpPr>
          <p:cNvPr id="19" name="Group 14"/>
          <p:cNvGrpSpPr/>
          <p:nvPr/>
        </p:nvGrpSpPr>
        <p:grpSpPr bwMode="auto">
          <a:xfrm>
            <a:off x="10028021" y="3486560"/>
            <a:ext cx="838200" cy="942975"/>
            <a:chOff x="4520" y="3184"/>
            <a:chExt cx="528" cy="594"/>
          </a:xfrm>
        </p:grpSpPr>
        <p:sp>
          <p:nvSpPr>
            <p:cNvPr id="20" name="Line 15"/>
            <p:cNvSpPr>
              <a:spLocks noChangeShapeType="1"/>
            </p:cNvSpPr>
            <p:nvPr/>
          </p:nvSpPr>
          <p:spPr bwMode="auto">
            <a:xfrm>
              <a:off x="4664" y="3184"/>
              <a:ext cx="0" cy="412"/>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21" name="Object 16"/>
            <p:cNvGraphicFramePr>
              <a:graphicFrameLocks noChangeAspect="1"/>
            </p:cNvGraphicFramePr>
            <p:nvPr/>
          </p:nvGraphicFramePr>
          <p:xfrm>
            <a:off x="4520" y="3616"/>
            <a:ext cx="528" cy="162"/>
          </p:xfrm>
          <a:graphic>
            <a:graphicData uri="http://schemas.openxmlformats.org/presentationml/2006/ole">
              <mc:AlternateContent xmlns:mc="http://schemas.openxmlformats.org/markup-compatibility/2006">
                <mc:Choice xmlns:v="urn:schemas-microsoft-com:vml" Requires="v">
                  <p:oleObj name="公式" r:id="rId14" imgW="1079500" imgH="330200" progId="Equation.3">
                    <p:embed/>
                  </p:oleObj>
                </mc:Choice>
                <mc:Fallback>
                  <p:oleObj name="公式" r:id="rId14" imgW="1079500" imgH="330200" progId="Equation.3">
                    <p:embed/>
                    <p:pic>
                      <p:nvPicPr>
                        <p:cNvPr id="0" name="图片 21"/>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520" y="3616"/>
                          <a:ext cx="528" cy="1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23" name="Object 21"/>
          <p:cNvGraphicFramePr>
            <a:graphicFrameLocks noChangeAspect="1"/>
          </p:cNvGraphicFramePr>
          <p:nvPr/>
        </p:nvGraphicFramePr>
        <p:xfrm>
          <a:off x="8834221" y="2851560"/>
          <a:ext cx="885825" cy="1314450"/>
        </p:xfrm>
        <a:graphic>
          <a:graphicData uri="http://schemas.openxmlformats.org/presentationml/2006/ole">
            <mc:AlternateContent xmlns:mc="http://schemas.openxmlformats.org/markup-compatibility/2006">
              <mc:Choice xmlns:v="urn:schemas-microsoft-com:vml" Requires="v">
                <p:oleObj name="BMP 图象" r:id="rId16" imgW="847725" imgH="1314450" progId="Paint.Picture">
                  <p:embed/>
                </p:oleObj>
              </mc:Choice>
              <mc:Fallback>
                <p:oleObj name="BMP 图象" r:id="rId16" imgW="847725" imgH="1314450" progId="Paint.Picture">
                  <p:embed/>
                  <p:pic>
                    <p:nvPicPr>
                      <p:cNvPr id="0" name="图片 23"/>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8834221" y="2851560"/>
                        <a:ext cx="885825" cy="1314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 name="Object 22"/>
          <p:cNvGraphicFramePr>
            <a:graphicFrameLocks noChangeAspect="1"/>
          </p:cNvGraphicFramePr>
          <p:nvPr/>
        </p:nvGraphicFramePr>
        <p:xfrm>
          <a:off x="9024721" y="3508785"/>
          <a:ext cx="533400" cy="257175"/>
        </p:xfrm>
        <a:graphic>
          <a:graphicData uri="http://schemas.openxmlformats.org/presentationml/2006/ole">
            <mc:AlternateContent xmlns:mc="http://schemas.openxmlformats.org/markup-compatibility/2006">
              <mc:Choice xmlns:v="urn:schemas-microsoft-com:vml" Requires="v">
                <p:oleObj name="公式" r:id="rId18" imgW="846455" imgH="408305" progId="Equation.3">
                  <p:embed/>
                </p:oleObj>
              </mc:Choice>
              <mc:Fallback>
                <p:oleObj name="公式" r:id="rId18" imgW="846455" imgH="408305" progId="Equation.3">
                  <p:embed/>
                  <p:pic>
                    <p:nvPicPr>
                      <p:cNvPr id="0" name="图片 25"/>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9024721" y="3508785"/>
                        <a:ext cx="533400" cy="257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7" name="Group 23"/>
          <p:cNvGrpSpPr/>
          <p:nvPr/>
        </p:nvGrpSpPr>
        <p:grpSpPr bwMode="auto">
          <a:xfrm>
            <a:off x="9570821" y="3156360"/>
            <a:ext cx="265112" cy="1268413"/>
            <a:chOff x="4232" y="2976"/>
            <a:chExt cx="167" cy="799"/>
          </a:xfrm>
        </p:grpSpPr>
        <p:graphicFrame>
          <p:nvGraphicFramePr>
            <p:cNvPr id="28" name="Object 24"/>
            <p:cNvGraphicFramePr>
              <a:graphicFrameLocks noChangeAspect="1"/>
            </p:cNvGraphicFramePr>
            <p:nvPr/>
          </p:nvGraphicFramePr>
          <p:xfrm>
            <a:off x="4232" y="3616"/>
            <a:ext cx="167" cy="159"/>
          </p:xfrm>
          <a:graphic>
            <a:graphicData uri="http://schemas.openxmlformats.org/presentationml/2006/ole">
              <mc:AlternateContent xmlns:mc="http://schemas.openxmlformats.org/markup-compatibility/2006">
                <mc:Choice xmlns:v="urn:schemas-microsoft-com:vml" Requires="v">
                  <p:oleObj name="公式" r:id="rId20" imgW="262890" imgH="252730" progId="Equation.3">
                    <p:embed/>
                  </p:oleObj>
                </mc:Choice>
                <mc:Fallback>
                  <p:oleObj name="公式" r:id="rId20" imgW="262890" imgH="252730" progId="Equation.3">
                    <p:embed/>
                    <p:pic>
                      <p:nvPicPr>
                        <p:cNvPr id="0" name="图片 28"/>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4232" y="3616"/>
                          <a:ext cx="167" cy="15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0" name="Line 25"/>
            <p:cNvSpPr>
              <a:spLocks noChangeShapeType="1"/>
            </p:cNvSpPr>
            <p:nvPr/>
          </p:nvSpPr>
          <p:spPr bwMode="auto">
            <a:xfrm>
              <a:off x="4320" y="2976"/>
              <a:ext cx="0" cy="624"/>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sp>
        <p:nvSpPr>
          <p:cNvPr id="31" name="Text Box 7"/>
          <p:cNvSpPr txBox="1">
            <a:spLocks noChangeArrowheads="1"/>
          </p:cNvSpPr>
          <p:nvPr/>
        </p:nvSpPr>
        <p:spPr bwMode="auto">
          <a:xfrm>
            <a:off x="990600" y="1593425"/>
            <a:ext cx="3581400" cy="46166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panose="020B0604020202020204" pitchFamily="34" charset="0"/>
                <a:ea typeface="宋体" panose="02010600030101010101" pitchFamily="2" charset="-122"/>
              </a:defRPr>
            </a:lvl1pPr>
            <a:lvl2pPr marL="742950" indent="-285750" eaLnBrk="0" hangingPunct="0">
              <a:defRPr>
                <a:solidFill>
                  <a:schemeClr val="tx1"/>
                </a:solidFill>
                <a:latin typeface="Arial" panose="020B0604020202020204" pitchFamily="34" charset="0"/>
                <a:ea typeface="宋体" panose="02010600030101010101" pitchFamily="2" charset="-122"/>
              </a:defRPr>
            </a:lvl2pPr>
            <a:lvl3pPr marL="1143000" indent="-228600" eaLnBrk="0" hangingPunct="0">
              <a:defRPr>
                <a:solidFill>
                  <a:schemeClr val="tx1"/>
                </a:solidFill>
                <a:latin typeface="Arial" panose="020B0604020202020204" pitchFamily="34" charset="0"/>
                <a:ea typeface="宋体" panose="02010600030101010101" pitchFamily="2" charset="-122"/>
              </a:defRPr>
            </a:lvl3pPr>
            <a:lvl4pPr marL="1600200" indent="-228600" eaLnBrk="0" hangingPunct="0">
              <a:defRPr>
                <a:solidFill>
                  <a:schemeClr val="tx1"/>
                </a:solidFill>
                <a:latin typeface="Arial" panose="020B0604020202020204" pitchFamily="34" charset="0"/>
                <a:ea typeface="宋体" panose="02010600030101010101" pitchFamily="2" charset="-122"/>
              </a:defRPr>
            </a:lvl4pPr>
            <a:lvl5pPr marL="2057400" indent="-228600" eaLnBrk="0" hangingPunct="0">
              <a:defRPr>
                <a:solidFill>
                  <a:schemeClr val="tx1"/>
                </a:solidFill>
                <a:latin typeface="Arial" panose="020B0604020202020204" pitchFamily="34" charset="0"/>
                <a:ea typeface="宋体" panose="02010600030101010101" pitchFamily="2" charset="-122"/>
              </a:defRPr>
            </a:lvl5pPr>
            <a:lvl6pPr marL="25146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6pPr>
            <a:lvl7pPr marL="29718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7pPr>
            <a:lvl8pPr marL="34290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8pPr>
            <a:lvl9pPr marL="3886200" indent="-228600" eaLnBrk="0" fontAlgn="base" hangingPunct="0">
              <a:spcBef>
                <a:spcPct val="0"/>
              </a:spcBef>
              <a:spcAft>
                <a:spcPct val="0"/>
              </a:spcAft>
              <a:defRPr>
                <a:solidFill>
                  <a:schemeClr val="tx1"/>
                </a:solidFill>
                <a:latin typeface="Arial" panose="020B0604020202020204" pitchFamily="34" charset="0"/>
                <a:ea typeface="宋体" panose="02010600030101010101" pitchFamily="2" charset="-122"/>
              </a:defRPr>
            </a:lvl9pPr>
          </a:lstStyle>
          <a:p>
            <a:pPr eaLnBrk="1" hangingPunct="1">
              <a:spcBef>
                <a:spcPct val="50000"/>
              </a:spcBef>
            </a:pPr>
            <a:r>
              <a:rPr kumimoji="1" lang="zh-CN" altLang="en-US" sz="2400" dirty="0">
                <a:latin typeface="+mn-ea"/>
                <a:ea typeface="+mn-ea"/>
              </a:rPr>
              <a:t>由积分中值定理得</a:t>
            </a:r>
          </a:p>
        </p:txBody>
      </p:sp>
      <p:graphicFrame>
        <p:nvGraphicFramePr>
          <p:cNvPr id="32" name="Object 8"/>
          <p:cNvGraphicFramePr>
            <a:graphicFrameLocks noChangeAspect="1"/>
          </p:cNvGraphicFramePr>
          <p:nvPr/>
        </p:nvGraphicFramePr>
        <p:xfrm>
          <a:off x="1069749" y="2407690"/>
          <a:ext cx="1968500" cy="393700"/>
        </p:xfrm>
        <a:graphic>
          <a:graphicData uri="http://schemas.openxmlformats.org/presentationml/2006/ole">
            <mc:AlternateContent xmlns:mc="http://schemas.openxmlformats.org/markup-compatibility/2006">
              <mc:Choice xmlns:v="urn:schemas-microsoft-com:vml" Requires="v">
                <p:oleObj name="Equation" r:id="rId22" imgW="47244000" imgH="9448800" progId="Equation.DSMT4">
                  <p:embed/>
                </p:oleObj>
              </mc:Choice>
              <mc:Fallback>
                <p:oleObj name="Equation" r:id="rId22" imgW="47244000" imgH="9448800" progId="Equation.DSMT4">
                  <p:embed/>
                  <p:pic>
                    <p:nvPicPr>
                      <p:cNvPr id="0" name="图片 32"/>
                      <p:cNvPicPr>
                        <a:picLocks noChangeAspect="1" noChangeArrowheads="1"/>
                      </p:cNvPicPr>
                      <p:nvPr/>
                    </p:nvPicPr>
                    <p:blipFill>
                      <a:blip r:embed="rId23"/>
                      <a:srcRect/>
                      <a:stretch>
                        <a:fillRect/>
                      </a:stretch>
                    </p:blipFill>
                    <p:spPr bwMode="auto">
                      <a:xfrm>
                        <a:off x="1069749" y="2407690"/>
                        <a:ext cx="1968500" cy="393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4" name="Object 9"/>
          <p:cNvGraphicFramePr>
            <a:graphicFrameLocks noChangeAspect="1"/>
          </p:cNvGraphicFramePr>
          <p:nvPr/>
        </p:nvGraphicFramePr>
        <p:xfrm>
          <a:off x="3375864" y="2416421"/>
          <a:ext cx="2057400" cy="376238"/>
        </p:xfrm>
        <a:graphic>
          <a:graphicData uri="http://schemas.openxmlformats.org/presentationml/2006/ole">
            <mc:AlternateContent xmlns:mc="http://schemas.openxmlformats.org/markup-compatibility/2006">
              <mc:Choice xmlns:v="urn:schemas-microsoft-com:vml" Requires="v">
                <p:oleObj name="Equation" r:id="rId24" imgW="49682400" imgH="9144000" progId="Equation.DSMT4">
                  <p:embed/>
                </p:oleObj>
              </mc:Choice>
              <mc:Fallback>
                <p:oleObj name="Equation" r:id="rId24" imgW="49682400" imgH="9144000" progId="Equation.DSMT4">
                  <p:embed/>
                  <p:pic>
                    <p:nvPicPr>
                      <p:cNvPr id="0" name="图片 34"/>
                      <p:cNvPicPr>
                        <a:picLocks noChangeAspect="1" noChangeArrowheads="1"/>
                      </p:cNvPicPr>
                      <p:nvPr/>
                    </p:nvPicPr>
                    <p:blipFill>
                      <a:blip r:embed="rId25"/>
                      <a:srcRect/>
                      <a:stretch>
                        <a:fillRect/>
                      </a:stretch>
                    </p:blipFill>
                    <p:spPr bwMode="auto">
                      <a:xfrm>
                        <a:off x="3375864" y="2416421"/>
                        <a:ext cx="2057400" cy="376238"/>
                      </a:xfrm>
                      <a:prstGeom prst="rect">
                        <a:avLst/>
                      </a:prstGeom>
                      <a:noFill/>
                      <a:ln>
                        <a:noFill/>
                      </a:ln>
                      <a:effectLst/>
                    </p:spPr>
                  </p:pic>
                </p:oleObj>
              </mc:Fallback>
            </mc:AlternateContent>
          </a:graphicData>
        </a:graphic>
      </p:graphicFrame>
      <p:graphicFrame>
        <p:nvGraphicFramePr>
          <p:cNvPr id="36" name="Object 10"/>
          <p:cNvGraphicFramePr>
            <a:graphicFrameLocks noChangeAspect="1"/>
          </p:cNvGraphicFramePr>
          <p:nvPr/>
        </p:nvGraphicFramePr>
        <p:xfrm>
          <a:off x="1069749" y="4418284"/>
          <a:ext cx="2146300" cy="393700"/>
        </p:xfrm>
        <a:graphic>
          <a:graphicData uri="http://schemas.openxmlformats.org/presentationml/2006/ole">
            <mc:AlternateContent xmlns:mc="http://schemas.openxmlformats.org/markup-compatibility/2006">
              <mc:Choice xmlns:v="urn:schemas-microsoft-com:vml" Requires="v">
                <p:oleObj name="Equation" r:id="rId26" imgW="51511200" imgH="9448800" progId="Equation.DSMT4">
                  <p:embed/>
                </p:oleObj>
              </mc:Choice>
              <mc:Fallback>
                <p:oleObj name="Equation" r:id="rId26" imgW="51511200" imgH="9448800" progId="Equation.DSMT4">
                  <p:embed/>
                  <p:pic>
                    <p:nvPicPr>
                      <p:cNvPr id="0" name="图片 36"/>
                      <p:cNvPicPr>
                        <a:picLocks noChangeAspect="1" noChangeArrowheads="1"/>
                      </p:cNvPicPr>
                      <p:nvPr/>
                    </p:nvPicPr>
                    <p:blipFill>
                      <a:blip r:embed="rId27"/>
                      <a:srcRect/>
                      <a:stretch>
                        <a:fillRect/>
                      </a:stretch>
                    </p:blipFill>
                    <p:spPr bwMode="auto">
                      <a:xfrm>
                        <a:off x="1069749" y="4418284"/>
                        <a:ext cx="2146300" cy="3937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8" name="Object 11"/>
          <p:cNvGraphicFramePr>
            <a:graphicFrameLocks noChangeAspect="1"/>
          </p:cNvGraphicFramePr>
          <p:nvPr/>
        </p:nvGraphicFramePr>
        <p:xfrm>
          <a:off x="1069749" y="3190737"/>
          <a:ext cx="1727200" cy="838200"/>
        </p:xfrm>
        <a:graphic>
          <a:graphicData uri="http://schemas.openxmlformats.org/presentationml/2006/ole">
            <mc:AlternateContent xmlns:mc="http://schemas.openxmlformats.org/markup-compatibility/2006">
              <mc:Choice xmlns:v="urn:schemas-microsoft-com:vml" Requires="v">
                <p:oleObj name="Equation" r:id="rId28" imgW="41452800" imgH="20116800" progId="Equation.DSMT4">
                  <p:embed/>
                </p:oleObj>
              </mc:Choice>
              <mc:Fallback>
                <p:oleObj name="Equation" r:id="rId28" imgW="41452800" imgH="20116800" progId="Equation.DSMT4">
                  <p:embed/>
                  <p:pic>
                    <p:nvPicPr>
                      <p:cNvPr id="0" name="图片 38"/>
                      <p:cNvPicPr>
                        <a:picLocks noChangeAspect="1" noChangeArrowheads="1"/>
                      </p:cNvPicPr>
                      <p:nvPr/>
                    </p:nvPicPr>
                    <p:blipFill>
                      <a:blip r:embed="rId29"/>
                      <a:srcRect/>
                      <a:stretch>
                        <a:fillRect/>
                      </a:stretch>
                    </p:blipFill>
                    <p:spPr bwMode="auto">
                      <a:xfrm>
                        <a:off x="1069749" y="3190737"/>
                        <a:ext cx="1727200" cy="838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0" name="Object 12"/>
          <p:cNvGraphicFramePr>
            <a:graphicFrameLocks noChangeAspect="1"/>
          </p:cNvGraphicFramePr>
          <p:nvPr/>
        </p:nvGraphicFramePr>
        <p:xfrm>
          <a:off x="3375864" y="3190737"/>
          <a:ext cx="2794000" cy="838200"/>
        </p:xfrm>
        <a:graphic>
          <a:graphicData uri="http://schemas.openxmlformats.org/presentationml/2006/ole">
            <mc:AlternateContent xmlns:mc="http://schemas.openxmlformats.org/markup-compatibility/2006">
              <mc:Choice xmlns:v="urn:schemas-microsoft-com:vml" Requires="v">
                <p:oleObj name="Equation" r:id="rId30" imgW="67056000" imgH="20116800" progId="Equation.DSMT4">
                  <p:embed/>
                </p:oleObj>
              </mc:Choice>
              <mc:Fallback>
                <p:oleObj name="Equation" r:id="rId30" imgW="67056000" imgH="20116800" progId="Equation.DSMT4">
                  <p:embed/>
                  <p:pic>
                    <p:nvPicPr>
                      <p:cNvPr id="0" name="图片 40"/>
                      <p:cNvPicPr>
                        <a:picLocks noChangeAspect="1" noChangeArrowheads="1"/>
                      </p:cNvPicPr>
                      <p:nvPr/>
                    </p:nvPicPr>
                    <p:blipFill>
                      <a:blip r:embed="rId31"/>
                      <a:srcRect/>
                      <a:stretch>
                        <a:fillRect/>
                      </a:stretch>
                    </p:blipFill>
                    <p:spPr bwMode="auto">
                      <a:xfrm>
                        <a:off x="3375864" y="3190737"/>
                        <a:ext cx="2794000" cy="838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2" name="Object 13"/>
          <p:cNvGraphicFramePr>
            <a:graphicFrameLocks noChangeAspect="1"/>
          </p:cNvGraphicFramePr>
          <p:nvPr/>
        </p:nvGraphicFramePr>
        <p:xfrm>
          <a:off x="1069749" y="5231136"/>
          <a:ext cx="2476500" cy="404812"/>
        </p:xfrm>
        <a:graphic>
          <a:graphicData uri="http://schemas.openxmlformats.org/presentationml/2006/ole">
            <mc:AlternateContent xmlns:mc="http://schemas.openxmlformats.org/markup-compatibility/2006">
              <mc:Choice xmlns:v="urn:schemas-microsoft-com:vml" Requires="v">
                <p:oleObj name="Equation" r:id="rId32" imgW="59436000" imgH="9753600" progId="Equation.DSMT4">
                  <p:embed/>
                </p:oleObj>
              </mc:Choice>
              <mc:Fallback>
                <p:oleObj name="Equation" r:id="rId32" imgW="59436000" imgH="9753600" progId="Equation.DSMT4">
                  <p:embed/>
                  <p:pic>
                    <p:nvPicPr>
                      <p:cNvPr id="0" name="图片 42"/>
                      <p:cNvPicPr>
                        <a:picLocks noChangeAspect="1" noChangeArrowheads="1"/>
                      </p:cNvPicPr>
                      <p:nvPr/>
                    </p:nvPicPr>
                    <p:blipFill>
                      <a:blip r:embed="rId33"/>
                      <a:srcRect/>
                      <a:stretch>
                        <a:fillRect/>
                      </a:stretch>
                    </p:blipFill>
                    <p:spPr bwMode="auto">
                      <a:xfrm>
                        <a:off x="1069749" y="5231136"/>
                        <a:ext cx="2476500" cy="40481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44" name="Object 4"/>
          <p:cNvGraphicFramePr>
            <a:graphicFrameLocks noChangeAspect="1"/>
          </p:cNvGraphicFramePr>
          <p:nvPr/>
        </p:nvGraphicFramePr>
        <p:xfrm>
          <a:off x="9866313" y="4183063"/>
          <a:ext cx="188912" cy="317500"/>
        </p:xfrm>
        <a:graphic>
          <a:graphicData uri="http://schemas.openxmlformats.org/presentationml/2006/ole">
            <mc:AlternateContent xmlns:mc="http://schemas.openxmlformats.org/markup-compatibility/2006">
              <mc:Choice xmlns:v="urn:schemas-microsoft-com:vml" Requires="v">
                <p:oleObj name="Equation" r:id="rId34" imgW="5486400" imgH="9144000" progId="Equation.DSMT4">
                  <p:embed/>
                </p:oleObj>
              </mc:Choice>
              <mc:Fallback>
                <p:oleObj name="Equation" r:id="rId34" imgW="5486400" imgH="9144000" progId="Equation.DSMT4">
                  <p:embed/>
                  <p:pic>
                    <p:nvPicPr>
                      <p:cNvPr id="0" name="图片 44"/>
                      <p:cNvPicPr>
                        <a:picLocks noChangeAspect="1" noChangeArrowheads="1"/>
                      </p:cNvPicPr>
                      <p:nvPr/>
                    </p:nvPicPr>
                    <p:blipFill>
                      <a:blip r:embed="rId35"/>
                      <a:srcRect/>
                      <a:stretch>
                        <a:fillRect/>
                      </a:stretch>
                    </p:blipFill>
                    <p:spPr bwMode="auto">
                      <a:xfrm>
                        <a:off x="9866313" y="4183063"/>
                        <a:ext cx="188912" cy="317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46" name="Line 33"/>
          <p:cNvSpPr>
            <a:spLocks noChangeShapeType="1"/>
          </p:cNvSpPr>
          <p:nvPr/>
        </p:nvSpPr>
        <p:spPr bwMode="auto">
          <a:xfrm>
            <a:off x="9980397" y="3479027"/>
            <a:ext cx="0" cy="648000"/>
          </a:xfrm>
          <a:prstGeom prst="line">
            <a:avLst/>
          </a:prstGeom>
          <a:noFill/>
          <a:ln w="38100">
            <a:solidFill>
              <a:srgbClr val="FF0000"/>
            </a:solidFill>
            <a:prstDash val="sysDot"/>
            <a:round/>
          </a:ln>
          <a:extLst>
            <a:ext uri="{909E8E84-426E-40DD-AFC4-6F175D3DCCD1}">
              <a14:hiddenFill xmlns:a14="http://schemas.microsoft.com/office/drawing/2010/main">
                <a:noFill/>
              </a14:hiddenFill>
            </a:ext>
          </a:extLst>
        </p:spPr>
        <p:txBody>
          <a:bodyPr wrap="none" anchor="ctr"/>
          <a:lstStyle/>
          <a:p>
            <a:endParaRPr lang="zh-CN" altLang="en-US"/>
          </a:p>
        </p:txBody>
      </p:sp>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8" fill="hold" nodeType="afterEffect">
                                  <p:stCondLst>
                                    <p:cond delay="0"/>
                                  </p:stCondLst>
                                  <p:childTnLst>
                                    <p:set>
                                      <p:cBhvr>
                                        <p:cTn id="6" dur="1" fill="hold">
                                          <p:stCondLst>
                                            <p:cond delay="0"/>
                                          </p:stCondLst>
                                        </p:cTn>
                                        <p:tgtEl>
                                          <p:spTgt spid="23"/>
                                        </p:tgtEl>
                                        <p:attrNameLst>
                                          <p:attrName>style.visibility</p:attrName>
                                        </p:attrNameLst>
                                      </p:cBhvr>
                                      <p:to>
                                        <p:strVal val="visible"/>
                                      </p:to>
                                    </p:set>
                                    <p:animEffect transition="in" filter="wipe(left)">
                                      <p:cBhvr>
                                        <p:cTn id="7" dur="500"/>
                                        <p:tgtEl>
                                          <p:spTgt spid="23"/>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nodeType="clickEffect">
                                  <p:stCondLst>
                                    <p:cond delay="0"/>
                                  </p:stCondLst>
                                  <p:childTnLst>
                                    <p:set>
                                      <p:cBhvr>
                                        <p:cTn id="11" dur="1" fill="hold">
                                          <p:stCondLst>
                                            <p:cond delay="0"/>
                                          </p:stCondLst>
                                        </p:cTn>
                                        <p:tgtEl>
                                          <p:spTgt spid="25"/>
                                        </p:tgtEl>
                                        <p:attrNameLst>
                                          <p:attrName>style.visibility</p:attrName>
                                        </p:attrNameLst>
                                      </p:cBhvr>
                                      <p:to>
                                        <p:strVal val="visible"/>
                                      </p:to>
                                    </p:set>
                                    <p:animEffect transition="in" filter="wipe(left)">
                                      <p:cBhvr>
                                        <p:cTn id="12" dur="500"/>
                                        <p:tgtEl>
                                          <p:spTgt spid="25"/>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nodeType="clickEffect">
                                  <p:stCondLst>
                                    <p:cond delay="0"/>
                                  </p:stCondLst>
                                  <p:childTnLst>
                                    <p:set>
                                      <p:cBhvr>
                                        <p:cTn id="16" dur="1" fill="hold">
                                          <p:stCondLst>
                                            <p:cond delay="0"/>
                                          </p:stCondLst>
                                        </p:cTn>
                                        <p:tgtEl>
                                          <p:spTgt spid="27"/>
                                        </p:tgtEl>
                                        <p:attrNameLst>
                                          <p:attrName>style.visibility</p:attrName>
                                        </p:attrNameLst>
                                      </p:cBhvr>
                                      <p:to>
                                        <p:strVal val="visible"/>
                                      </p:to>
                                    </p:set>
                                    <p:animEffect transition="in" filter="wipe(left)">
                                      <p:cBhvr>
                                        <p:cTn id="17" dur="500"/>
                                        <p:tgtEl>
                                          <p:spTgt spid="2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dirty="0"/>
              <a:t>（二）积分上限函数及其导数</a:t>
            </a:r>
          </a:p>
        </p:txBody>
      </p:sp>
      <p:grpSp>
        <p:nvGrpSpPr>
          <p:cNvPr id="3" name="Group 2"/>
          <p:cNvGrpSpPr/>
          <p:nvPr/>
        </p:nvGrpSpPr>
        <p:grpSpPr bwMode="auto">
          <a:xfrm>
            <a:off x="7989671" y="2089560"/>
            <a:ext cx="3625850" cy="2413000"/>
            <a:chOff x="3236" y="2304"/>
            <a:chExt cx="2284" cy="1520"/>
          </a:xfrm>
        </p:grpSpPr>
        <p:graphicFrame>
          <p:nvGraphicFramePr>
            <p:cNvPr id="4" name="Object 3"/>
            <p:cNvGraphicFramePr>
              <a:graphicFrameLocks noChangeAspect="1"/>
            </p:cNvGraphicFramePr>
            <p:nvPr/>
          </p:nvGraphicFramePr>
          <p:xfrm>
            <a:off x="3752" y="2618"/>
            <a:ext cx="1362" cy="1026"/>
          </p:xfrm>
          <a:graphic>
            <a:graphicData uri="http://schemas.openxmlformats.org/presentationml/2006/ole">
              <mc:AlternateContent xmlns:mc="http://schemas.openxmlformats.org/markup-compatibility/2006">
                <mc:Choice xmlns:v="urn:schemas-microsoft-com:vml" Requires="v">
                  <p:oleObj name="BMP 图象" r:id="rId2" imgW="2162175" imgH="1628775" progId="Paint.Picture">
                    <p:embed/>
                  </p:oleObj>
                </mc:Choice>
                <mc:Fallback>
                  <p:oleObj name="BMP 图象" r:id="rId2" imgW="2162175" imgH="1628775" progId="Paint.Picture">
                    <p:embed/>
                    <p:pic>
                      <p:nvPicPr>
                        <p:cNvPr id="0" name="图片 4"/>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52" y="2618"/>
                          <a:ext cx="1362" cy="10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6" name="Object 4"/>
            <p:cNvGraphicFramePr>
              <a:graphicFrameLocks noChangeAspect="1"/>
            </p:cNvGraphicFramePr>
            <p:nvPr/>
          </p:nvGraphicFramePr>
          <p:xfrm>
            <a:off x="3697" y="3616"/>
            <a:ext cx="151" cy="159"/>
          </p:xfrm>
          <a:graphic>
            <a:graphicData uri="http://schemas.openxmlformats.org/presentationml/2006/ole">
              <mc:AlternateContent xmlns:mc="http://schemas.openxmlformats.org/markup-compatibility/2006">
                <mc:Choice xmlns:v="urn:schemas-microsoft-com:vml" Requires="v">
                  <p:oleObj name="公式" r:id="rId4" imgW="241300" imgH="254000" progId="Equation.3">
                    <p:embed/>
                  </p:oleObj>
                </mc:Choice>
                <mc:Fallback>
                  <p:oleObj name="公式" r:id="rId4" imgW="241300" imgH="254000" progId="Equation.3">
                    <p:embed/>
                    <p:pic>
                      <p:nvPicPr>
                        <p:cNvPr id="0" name="图片 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697" y="3616"/>
                          <a:ext cx="151" cy="15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8" name="Object 5"/>
            <p:cNvGraphicFramePr>
              <a:graphicFrameLocks noChangeAspect="1"/>
            </p:cNvGraphicFramePr>
            <p:nvPr/>
          </p:nvGraphicFramePr>
          <p:xfrm>
            <a:off x="5048" y="3616"/>
            <a:ext cx="144" cy="208"/>
          </p:xfrm>
          <a:graphic>
            <a:graphicData uri="http://schemas.openxmlformats.org/presentationml/2006/ole">
              <mc:AlternateContent xmlns:mc="http://schemas.openxmlformats.org/markup-compatibility/2006">
                <mc:Choice xmlns:v="urn:schemas-microsoft-com:vml" Requires="v">
                  <p:oleObj name="公式" r:id="rId6" imgW="228600" imgH="330200" progId="Equation.3">
                    <p:embed/>
                  </p:oleObj>
                </mc:Choice>
                <mc:Fallback>
                  <p:oleObj name="公式" r:id="rId6" imgW="228600" imgH="330200" progId="Equation.3">
                    <p:embed/>
                    <p:pic>
                      <p:nvPicPr>
                        <p:cNvPr id="0" name="图片 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048" y="3616"/>
                          <a:ext cx="144" cy="20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0" name="Group 6"/>
            <p:cNvGrpSpPr/>
            <p:nvPr/>
          </p:nvGrpSpPr>
          <p:grpSpPr bwMode="auto">
            <a:xfrm>
              <a:off x="3236" y="2304"/>
              <a:ext cx="2284" cy="1504"/>
              <a:chOff x="745" y="1248"/>
              <a:chExt cx="2062" cy="1503"/>
            </a:xfrm>
          </p:grpSpPr>
          <p:sp>
            <p:nvSpPr>
              <p:cNvPr id="11" name="Line 7"/>
              <p:cNvSpPr>
                <a:spLocks noChangeShapeType="1"/>
              </p:cNvSpPr>
              <p:nvPr/>
            </p:nvSpPr>
            <p:spPr bwMode="auto">
              <a:xfrm>
                <a:off x="768" y="2544"/>
                <a:ext cx="1968" cy="0"/>
              </a:xfrm>
              <a:prstGeom prst="line">
                <a:avLst/>
              </a:prstGeom>
              <a:noFill/>
              <a:ln w="2857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sp>
            <p:nvSpPr>
              <p:cNvPr id="12" name="Line 8"/>
              <p:cNvSpPr>
                <a:spLocks noChangeShapeType="1"/>
              </p:cNvSpPr>
              <p:nvPr/>
            </p:nvSpPr>
            <p:spPr bwMode="auto">
              <a:xfrm flipV="1">
                <a:off x="960" y="1248"/>
                <a:ext cx="0" cy="1488"/>
              </a:xfrm>
              <a:prstGeom prst="line">
                <a:avLst/>
              </a:prstGeom>
              <a:noFill/>
              <a:ln w="28575">
                <a:solidFill>
                  <a:schemeClr val="tx1"/>
                </a:solidFill>
                <a:round/>
                <a:tailEnd type="triangle" w="med" len="me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13" name="Object 9"/>
              <p:cNvGraphicFramePr>
                <a:graphicFrameLocks noChangeAspect="1"/>
              </p:cNvGraphicFramePr>
              <p:nvPr/>
            </p:nvGraphicFramePr>
            <p:xfrm>
              <a:off x="2640" y="2592"/>
              <a:ext cx="167" cy="159"/>
            </p:xfrm>
            <a:graphic>
              <a:graphicData uri="http://schemas.openxmlformats.org/presentationml/2006/ole">
                <mc:AlternateContent xmlns:mc="http://schemas.openxmlformats.org/markup-compatibility/2006">
                  <mc:Choice xmlns:v="urn:schemas-microsoft-com:vml" Requires="v">
                    <p:oleObj name="公式" r:id="rId8" imgW="266700" imgH="254000" progId="Equation.3">
                      <p:embed/>
                    </p:oleObj>
                  </mc:Choice>
                  <mc:Fallback>
                    <p:oleObj name="公式" r:id="rId8" imgW="266700" imgH="254000" progId="Equation.3">
                      <p:embed/>
                      <p:pic>
                        <p:nvPicPr>
                          <p:cNvPr id="0" name="图片 1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640" y="2592"/>
                            <a:ext cx="167" cy="15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5" name="Object 10"/>
              <p:cNvGraphicFramePr>
                <a:graphicFrameLocks noChangeAspect="1"/>
              </p:cNvGraphicFramePr>
              <p:nvPr/>
            </p:nvGraphicFramePr>
            <p:xfrm>
              <a:off x="745" y="1248"/>
              <a:ext cx="167" cy="208"/>
            </p:xfrm>
            <a:graphic>
              <a:graphicData uri="http://schemas.openxmlformats.org/presentationml/2006/ole">
                <mc:AlternateContent xmlns:mc="http://schemas.openxmlformats.org/markup-compatibility/2006">
                  <mc:Choice xmlns:v="urn:schemas-microsoft-com:vml" Requires="v">
                    <p:oleObj name="公式" r:id="rId10" imgW="266700" imgH="330200" progId="Equation.3">
                      <p:embed/>
                    </p:oleObj>
                  </mc:Choice>
                  <mc:Fallback>
                    <p:oleObj name="公式" r:id="rId10" imgW="266700" imgH="330200" progId="Equation.3">
                      <p:embed/>
                      <p:pic>
                        <p:nvPicPr>
                          <p:cNvPr id="0" name="图片 1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745" y="1248"/>
                            <a:ext cx="167" cy="20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7" name="Object 11"/>
              <p:cNvGraphicFramePr>
                <a:graphicFrameLocks noChangeAspect="1"/>
              </p:cNvGraphicFramePr>
              <p:nvPr/>
            </p:nvGraphicFramePr>
            <p:xfrm>
              <a:off x="788" y="2572"/>
              <a:ext cx="158" cy="175"/>
            </p:xfrm>
            <a:graphic>
              <a:graphicData uri="http://schemas.openxmlformats.org/presentationml/2006/ole">
                <mc:AlternateContent xmlns:mc="http://schemas.openxmlformats.org/markup-compatibility/2006">
                  <mc:Choice xmlns:v="urn:schemas-microsoft-com:vml" Requires="v">
                    <p:oleObj name="公式" r:id="rId12" imgW="228600" imgH="254000" progId="Equation.3">
                      <p:embed/>
                    </p:oleObj>
                  </mc:Choice>
                  <mc:Fallback>
                    <p:oleObj name="公式" r:id="rId12" imgW="228600" imgH="254000" progId="Equation.3">
                      <p:embed/>
                      <p:pic>
                        <p:nvPicPr>
                          <p:cNvPr id="0" name="图片 17"/>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788" y="2572"/>
                            <a:ext cx="158" cy="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pSp>
      <p:grpSp>
        <p:nvGrpSpPr>
          <p:cNvPr id="19" name="Group 14"/>
          <p:cNvGrpSpPr/>
          <p:nvPr/>
        </p:nvGrpSpPr>
        <p:grpSpPr bwMode="auto">
          <a:xfrm>
            <a:off x="10028021" y="3486560"/>
            <a:ext cx="838200" cy="942975"/>
            <a:chOff x="4520" y="3184"/>
            <a:chExt cx="528" cy="594"/>
          </a:xfrm>
        </p:grpSpPr>
        <p:sp>
          <p:nvSpPr>
            <p:cNvPr id="20" name="Line 15"/>
            <p:cNvSpPr>
              <a:spLocks noChangeShapeType="1"/>
            </p:cNvSpPr>
            <p:nvPr/>
          </p:nvSpPr>
          <p:spPr bwMode="auto">
            <a:xfrm>
              <a:off x="4664" y="3184"/>
              <a:ext cx="0" cy="412"/>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21" name="Object 16"/>
            <p:cNvGraphicFramePr>
              <a:graphicFrameLocks noChangeAspect="1"/>
            </p:cNvGraphicFramePr>
            <p:nvPr/>
          </p:nvGraphicFramePr>
          <p:xfrm>
            <a:off x="4520" y="3616"/>
            <a:ext cx="528" cy="162"/>
          </p:xfrm>
          <a:graphic>
            <a:graphicData uri="http://schemas.openxmlformats.org/presentationml/2006/ole">
              <mc:AlternateContent xmlns:mc="http://schemas.openxmlformats.org/markup-compatibility/2006">
                <mc:Choice xmlns:v="urn:schemas-microsoft-com:vml" Requires="v">
                  <p:oleObj name="公式" r:id="rId14" imgW="1079500" imgH="330200" progId="Equation.3">
                    <p:embed/>
                  </p:oleObj>
                </mc:Choice>
                <mc:Fallback>
                  <p:oleObj name="公式" r:id="rId14" imgW="1079500" imgH="330200" progId="Equation.3">
                    <p:embed/>
                    <p:pic>
                      <p:nvPicPr>
                        <p:cNvPr id="0" name="图片 21"/>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4520" y="3616"/>
                          <a:ext cx="528" cy="162"/>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graphicFrame>
        <p:nvGraphicFramePr>
          <p:cNvPr id="23" name="Object 21"/>
          <p:cNvGraphicFramePr>
            <a:graphicFrameLocks noChangeAspect="1"/>
          </p:cNvGraphicFramePr>
          <p:nvPr/>
        </p:nvGraphicFramePr>
        <p:xfrm>
          <a:off x="8834221" y="2851560"/>
          <a:ext cx="885825" cy="1314450"/>
        </p:xfrm>
        <a:graphic>
          <a:graphicData uri="http://schemas.openxmlformats.org/presentationml/2006/ole">
            <mc:AlternateContent xmlns:mc="http://schemas.openxmlformats.org/markup-compatibility/2006">
              <mc:Choice xmlns:v="urn:schemas-microsoft-com:vml" Requires="v">
                <p:oleObj name="BMP 图象" r:id="rId16" imgW="847725" imgH="1314450" progId="Paint.Picture">
                  <p:embed/>
                </p:oleObj>
              </mc:Choice>
              <mc:Fallback>
                <p:oleObj name="BMP 图象" r:id="rId16" imgW="847725" imgH="1314450" progId="Paint.Picture">
                  <p:embed/>
                  <p:pic>
                    <p:nvPicPr>
                      <p:cNvPr id="0" name="图片 23"/>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8834221" y="2851560"/>
                        <a:ext cx="885825" cy="1314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25" name="Object 22"/>
          <p:cNvGraphicFramePr>
            <a:graphicFrameLocks noChangeAspect="1"/>
          </p:cNvGraphicFramePr>
          <p:nvPr/>
        </p:nvGraphicFramePr>
        <p:xfrm>
          <a:off x="9024721" y="3508785"/>
          <a:ext cx="533400" cy="257175"/>
        </p:xfrm>
        <a:graphic>
          <a:graphicData uri="http://schemas.openxmlformats.org/presentationml/2006/ole">
            <mc:AlternateContent xmlns:mc="http://schemas.openxmlformats.org/markup-compatibility/2006">
              <mc:Choice xmlns:v="urn:schemas-microsoft-com:vml" Requires="v">
                <p:oleObj name="公式" r:id="rId18" imgW="846455" imgH="408305" progId="Equation.3">
                  <p:embed/>
                </p:oleObj>
              </mc:Choice>
              <mc:Fallback>
                <p:oleObj name="公式" r:id="rId18" imgW="846455" imgH="408305" progId="Equation.3">
                  <p:embed/>
                  <p:pic>
                    <p:nvPicPr>
                      <p:cNvPr id="0" name="图片 25"/>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9024721" y="3508785"/>
                        <a:ext cx="533400" cy="257175"/>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27" name="Group 23"/>
          <p:cNvGrpSpPr/>
          <p:nvPr/>
        </p:nvGrpSpPr>
        <p:grpSpPr bwMode="auto">
          <a:xfrm>
            <a:off x="9570821" y="3156360"/>
            <a:ext cx="265112" cy="1268413"/>
            <a:chOff x="4232" y="2976"/>
            <a:chExt cx="167" cy="799"/>
          </a:xfrm>
        </p:grpSpPr>
        <p:graphicFrame>
          <p:nvGraphicFramePr>
            <p:cNvPr id="28" name="Object 24"/>
            <p:cNvGraphicFramePr>
              <a:graphicFrameLocks noChangeAspect="1"/>
            </p:cNvGraphicFramePr>
            <p:nvPr/>
          </p:nvGraphicFramePr>
          <p:xfrm>
            <a:off x="4232" y="3616"/>
            <a:ext cx="167" cy="159"/>
          </p:xfrm>
          <a:graphic>
            <a:graphicData uri="http://schemas.openxmlformats.org/presentationml/2006/ole">
              <mc:AlternateContent xmlns:mc="http://schemas.openxmlformats.org/markup-compatibility/2006">
                <mc:Choice xmlns:v="urn:schemas-microsoft-com:vml" Requires="v">
                  <p:oleObj name="公式" r:id="rId20" imgW="262890" imgH="252730" progId="Equation.3">
                    <p:embed/>
                  </p:oleObj>
                </mc:Choice>
                <mc:Fallback>
                  <p:oleObj name="公式" r:id="rId20" imgW="262890" imgH="252730" progId="Equation.3">
                    <p:embed/>
                    <p:pic>
                      <p:nvPicPr>
                        <p:cNvPr id="0" name="图片 28"/>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4232" y="3616"/>
                          <a:ext cx="167" cy="159"/>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0" name="Line 25"/>
            <p:cNvSpPr>
              <a:spLocks noChangeShapeType="1"/>
            </p:cNvSpPr>
            <p:nvPr/>
          </p:nvSpPr>
          <p:spPr bwMode="auto">
            <a:xfrm>
              <a:off x="4320" y="2976"/>
              <a:ext cx="0" cy="624"/>
            </a:xfrm>
            <a:prstGeom prst="line">
              <a:avLst/>
            </a:prstGeom>
            <a:noFill/>
            <a:ln w="38100">
              <a:solidFill>
                <a:schemeClr val="tx1"/>
              </a:solidFill>
              <a:round/>
            </a:ln>
            <a:extLst>
              <a:ext uri="{909E8E84-426E-40DD-AFC4-6F175D3DCCD1}">
                <a14:hiddenFill xmlns:a14="http://schemas.microsoft.com/office/drawing/2010/main">
                  <a:noFill/>
                </a14:hiddenFill>
              </a:ext>
            </a:extLst>
          </p:spPr>
          <p:txBody>
            <a:bodyPr wrap="none" anchor="ctr"/>
            <a:lstStyle/>
            <a:p>
              <a:endParaRPr lang="zh-CN" altLang="en-US"/>
            </a:p>
          </p:txBody>
        </p:sp>
      </p:grpSp>
      <p:graphicFrame>
        <p:nvGraphicFramePr>
          <p:cNvPr id="31" name="Object 4"/>
          <p:cNvGraphicFramePr>
            <a:graphicFrameLocks noChangeAspect="1"/>
          </p:cNvGraphicFramePr>
          <p:nvPr/>
        </p:nvGraphicFramePr>
        <p:xfrm>
          <a:off x="9866313" y="4183063"/>
          <a:ext cx="188912" cy="317500"/>
        </p:xfrm>
        <a:graphic>
          <a:graphicData uri="http://schemas.openxmlformats.org/presentationml/2006/ole">
            <mc:AlternateContent xmlns:mc="http://schemas.openxmlformats.org/markup-compatibility/2006">
              <mc:Choice xmlns:v="urn:schemas-microsoft-com:vml" Requires="v">
                <p:oleObj name="Equation" r:id="rId22" imgW="5486400" imgH="9144000" progId="Equation.DSMT4">
                  <p:embed/>
                </p:oleObj>
              </mc:Choice>
              <mc:Fallback>
                <p:oleObj name="Equation" r:id="rId22" imgW="5486400" imgH="9144000" progId="Equation.DSMT4">
                  <p:embed/>
                  <p:pic>
                    <p:nvPicPr>
                      <p:cNvPr id="0" name="图片 31"/>
                      <p:cNvPicPr>
                        <a:picLocks noChangeAspect="1" noChangeArrowheads="1"/>
                      </p:cNvPicPr>
                      <p:nvPr/>
                    </p:nvPicPr>
                    <p:blipFill>
                      <a:blip r:embed="rId23"/>
                      <a:srcRect/>
                      <a:stretch>
                        <a:fillRect/>
                      </a:stretch>
                    </p:blipFill>
                    <p:spPr bwMode="auto">
                      <a:xfrm>
                        <a:off x="9866313" y="4183063"/>
                        <a:ext cx="188912" cy="317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33" name="Line 33"/>
          <p:cNvSpPr>
            <a:spLocks noChangeShapeType="1"/>
          </p:cNvSpPr>
          <p:nvPr/>
        </p:nvSpPr>
        <p:spPr bwMode="auto">
          <a:xfrm>
            <a:off x="9980397" y="3479027"/>
            <a:ext cx="0" cy="648000"/>
          </a:xfrm>
          <a:prstGeom prst="line">
            <a:avLst/>
          </a:prstGeom>
          <a:noFill/>
          <a:ln w="38100">
            <a:solidFill>
              <a:srgbClr val="FF0000"/>
            </a:solidFill>
            <a:prstDash val="sysDot"/>
            <a:round/>
          </a:ln>
          <a:extLst>
            <a:ext uri="{909E8E84-426E-40DD-AFC4-6F175D3DCCD1}">
              <a14:hiddenFill xmlns:a14="http://schemas.microsoft.com/office/drawing/2010/main">
                <a:noFill/>
              </a14:hiddenFill>
            </a:ext>
          </a:extLst>
        </p:spPr>
        <p:txBody>
          <a:bodyPr wrap="none" anchor="ctr"/>
          <a:lstStyle/>
          <a:p>
            <a:endParaRPr lang="zh-CN" altLang="en-US"/>
          </a:p>
        </p:txBody>
      </p:sp>
      <p:graphicFrame>
        <p:nvGraphicFramePr>
          <p:cNvPr id="34" name="Object 3"/>
          <p:cNvGraphicFramePr>
            <a:graphicFrameLocks noChangeAspect="1"/>
          </p:cNvGraphicFramePr>
          <p:nvPr/>
        </p:nvGraphicFramePr>
        <p:xfrm>
          <a:off x="1082459" y="1493370"/>
          <a:ext cx="8248650" cy="2857500"/>
        </p:xfrm>
        <a:graphic>
          <a:graphicData uri="http://schemas.openxmlformats.org/presentationml/2006/ole">
            <mc:AlternateContent xmlns:mc="http://schemas.openxmlformats.org/markup-compatibility/2006">
              <mc:Choice xmlns:v="urn:schemas-microsoft-com:vml" Requires="v">
                <p:oleObj name="Document" r:id="rId24" imgW="7427595" imgH="2580640" progId="Word.Document.8">
                  <p:embed/>
                </p:oleObj>
              </mc:Choice>
              <mc:Fallback>
                <p:oleObj name="Document" r:id="rId24" imgW="7427595" imgH="2580640" progId="Word.Document.8">
                  <p:embed/>
                  <p:pic>
                    <p:nvPicPr>
                      <p:cNvPr id="0" name="图片 34"/>
                      <p:cNvPicPr>
                        <a:picLocks noChangeAspect="1" noChangeArrowheads="1"/>
                      </p:cNvPicPr>
                      <p:nvPr/>
                    </p:nvPicPr>
                    <p:blipFill>
                      <a:blip r:embed="rId25"/>
                      <a:srcRect/>
                      <a:stretch>
                        <a:fillRect/>
                      </a:stretch>
                    </p:blipFill>
                    <p:spPr bwMode="auto">
                      <a:xfrm>
                        <a:off x="1082459" y="1493370"/>
                        <a:ext cx="8248650" cy="28575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6" name="Object 5"/>
          <p:cNvGraphicFramePr>
            <a:graphicFrameLocks noChangeAspect="1"/>
          </p:cNvGraphicFramePr>
          <p:nvPr/>
        </p:nvGraphicFramePr>
        <p:xfrm>
          <a:off x="1082459" y="4459394"/>
          <a:ext cx="8094662" cy="1511300"/>
        </p:xfrm>
        <a:graphic>
          <a:graphicData uri="http://schemas.openxmlformats.org/presentationml/2006/ole">
            <mc:AlternateContent xmlns:mc="http://schemas.openxmlformats.org/markup-compatibility/2006">
              <mc:Choice xmlns:v="urn:schemas-microsoft-com:vml" Requires="v">
                <p:oleObj name="Document" r:id="rId26" imgW="7427595" imgH="1389380" progId="Word.Document.8">
                  <p:embed/>
                </p:oleObj>
              </mc:Choice>
              <mc:Fallback>
                <p:oleObj name="Document" r:id="rId26" imgW="7427595" imgH="1389380" progId="Word.Document.8">
                  <p:embed/>
                  <p:pic>
                    <p:nvPicPr>
                      <p:cNvPr id="0" name="图片 36"/>
                      <p:cNvPicPr>
                        <a:picLocks noChangeAspect="1" noChangeArrowheads="1"/>
                      </p:cNvPicPr>
                      <p:nvPr/>
                    </p:nvPicPr>
                    <p:blipFill>
                      <a:blip r:embed="rId27"/>
                      <a:srcRect/>
                      <a:stretch>
                        <a:fillRect/>
                      </a:stretch>
                    </p:blipFill>
                    <p:spPr bwMode="auto">
                      <a:xfrm>
                        <a:off x="1082459" y="4459394"/>
                        <a:ext cx="8094662" cy="15113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Tree>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31"/>
                                        </p:tgtEl>
                                        <p:attrNameLst>
                                          <p:attrName>style.visibility</p:attrName>
                                        </p:attrNameLst>
                                      </p:cBhvr>
                                      <p:to>
                                        <p:strVal val="visible"/>
                                      </p:to>
                                    </p:set>
                                    <p:animEffect transition="in" filter="wipe(left)">
                                      <p:cBhvr>
                                        <p:cTn id="7" dur="500"/>
                                        <p:tgtEl>
                                          <p:spTgt spid="3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ags/tag1.xml><?xml version="1.0" encoding="utf-8"?>
<p:tagLst xmlns:a="http://schemas.openxmlformats.org/drawingml/2006/main" xmlns:r="http://schemas.openxmlformats.org/officeDocument/2006/relationships" xmlns:p="http://schemas.openxmlformats.org/presentationml/2006/main">
  <p:tag name="ISPRING_PRESENTATION_TITLE" val="多边形创意工作总结PPT模板"/>
  <p:tag name="COMMONDATA" val="eyJoZGlkIjoiODFiN2Q0Yzg0MGNhMjEwNmJjOTIyNTc5NTEyYzc3NDEifQ=="/>
</p:tagLst>
</file>

<file path=ppt/theme/theme1.xml><?xml version="1.0" encoding="utf-8"?>
<a:theme xmlns:a="http://schemas.openxmlformats.org/drawingml/2006/main" name="Office 主题">
  <a:themeElements>
    <a:clrScheme name="经济数学">
      <a:dk1>
        <a:sysClr val="windowText" lastClr="000000"/>
      </a:dk1>
      <a:lt1>
        <a:sysClr val="window" lastClr="FFFFFF"/>
      </a:lt1>
      <a:dk2>
        <a:srgbClr val="454551"/>
      </a:dk2>
      <a:lt2>
        <a:srgbClr val="D8D9DC"/>
      </a:lt2>
      <a:accent1>
        <a:srgbClr val="00B0F0"/>
      </a:accent1>
      <a:accent2>
        <a:srgbClr val="0070C0"/>
      </a:accent2>
      <a:accent3>
        <a:srgbClr val="E32D91"/>
      </a:accent3>
      <a:accent4>
        <a:srgbClr val="C830CC"/>
      </a:accent4>
      <a:accent5>
        <a:srgbClr val="FF3D01"/>
      </a:accent5>
      <a:accent6>
        <a:srgbClr val="FF8001"/>
      </a:accent6>
      <a:hlink>
        <a:srgbClr val="00B0F0"/>
      </a:hlink>
      <a:folHlink>
        <a:srgbClr val="8C8C8C"/>
      </a:folHlink>
    </a:clrScheme>
    <a:fontScheme name="自定义 5">
      <a:majorFont>
        <a:latin typeface="Segoe UI"/>
        <a:ea typeface="微软雅黑"/>
        <a:cs typeface=""/>
      </a:majorFont>
      <a:minorFont>
        <a:latin typeface="Segoe UI"/>
        <a:ea typeface="微软雅黑"/>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等线"/>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36</TotalTime>
  <Words>225</Words>
  <Application>Microsoft Office PowerPoint</Application>
  <PresentationFormat>宽屏</PresentationFormat>
  <Paragraphs>25</Paragraphs>
  <Slides>9</Slides>
  <Notes>2</Notes>
  <HiddenSlides>0</HiddenSlides>
  <MMClips>0</MMClips>
  <ScaleCrop>false</ScaleCrop>
  <HeadingPairs>
    <vt:vector size="8" baseType="variant">
      <vt:variant>
        <vt:lpstr>已用的字体</vt:lpstr>
      </vt:variant>
      <vt:variant>
        <vt:i4>6</vt:i4>
      </vt:variant>
      <vt:variant>
        <vt:lpstr>主题</vt:lpstr>
      </vt:variant>
      <vt:variant>
        <vt:i4>1</vt:i4>
      </vt:variant>
      <vt:variant>
        <vt:lpstr>嵌入 OLE 服务器</vt:lpstr>
      </vt:variant>
      <vt:variant>
        <vt:i4>5</vt:i4>
      </vt:variant>
      <vt:variant>
        <vt:lpstr>幻灯片标题</vt:lpstr>
      </vt:variant>
      <vt:variant>
        <vt:i4>9</vt:i4>
      </vt:variant>
    </vt:vector>
  </HeadingPairs>
  <TitlesOfParts>
    <vt:vector size="21" baseType="lpstr">
      <vt:lpstr>等线</vt:lpstr>
      <vt:lpstr>微软雅黑</vt:lpstr>
      <vt:lpstr>Arial</vt:lpstr>
      <vt:lpstr>Cambria Math</vt:lpstr>
      <vt:lpstr>Times New Roman</vt:lpstr>
      <vt:lpstr>Wingdings</vt:lpstr>
      <vt:lpstr>Office 主题</vt:lpstr>
      <vt:lpstr>Equation</vt:lpstr>
      <vt:lpstr>Document</vt:lpstr>
      <vt:lpstr>BMP 图象</vt:lpstr>
      <vt:lpstr>公式</vt:lpstr>
      <vt:lpstr>BMP 图像</vt:lpstr>
      <vt:lpstr>引言：内容概要</vt:lpstr>
      <vt:lpstr>（一）问题的提出</vt:lpstr>
      <vt:lpstr>（一）问题的提出</vt:lpstr>
      <vt:lpstr>（一）问题的提出</vt:lpstr>
      <vt:lpstr>（二）积分上限函数及其导数</vt:lpstr>
      <vt:lpstr>（二）积分上限函数及其导数</vt:lpstr>
      <vt:lpstr>（二）积分上限函数及其导数</vt:lpstr>
      <vt:lpstr>（二）积分上限函数及其导数</vt:lpstr>
      <vt:lpstr>（二）积分上限函数及其导数</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多边形创意工作总结PPT模板</dc:title>
  <dc:creator>office365</dc:creator>
  <cp:lastModifiedBy>bohong pan</cp:lastModifiedBy>
  <cp:revision>2258</cp:revision>
  <dcterms:created xsi:type="dcterms:W3CDTF">2017-10-13T08:07:00Z</dcterms:created>
  <dcterms:modified xsi:type="dcterms:W3CDTF">2026-06-25T13:53:24Z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FB76C3962ED341F397F81E744C73FB6D</vt:lpwstr>
  </property>
  <property fmtid="{D5CDD505-2E9C-101B-9397-08002B2CF9AE}" pid="3" name="KSOProductBuildVer">
    <vt:lpwstr>2052-11.1.0.12165</vt:lpwstr>
  </property>
</Properties>
</file>