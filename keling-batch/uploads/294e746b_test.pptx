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391" r:id="rId2"/>
    <p:sldId id="393" r:id="rId3"/>
    <p:sldId id="394" r:id="rId4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NJK GZ" initials="HG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57A8"/>
    <a:srgbClr val="2B84CD"/>
    <a:srgbClr val="EBB044"/>
    <a:srgbClr val="80CAFF"/>
    <a:srgbClr val="3176B6"/>
    <a:srgbClr val="3333CC"/>
    <a:srgbClr val="F2F2F2"/>
    <a:srgbClr val="0B66C9"/>
    <a:srgbClr val="032645"/>
    <a:srgbClr val="001B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84" autoAdjust="0"/>
    <p:restoredTop sz="74289" autoAdjust="0"/>
  </p:normalViewPr>
  <p:slideViewPr>
    <p:cSldViewPr snapToGrid="0" snapToObjects="1">
      <p:cViewPr varScale="1">
        <p:scale>
          <a:sx n="53" d="100"/>
          <a:sy n="53" d="100"/>
        </p:scale>
        <p:origin x="1232" y="36"/>
      </p:cViewPr>
      <p:guideLst>
        <p:guide orient="horz" pos="2160"/>
        <p:guide pos="3840"/>
      </p:guideLst>
    </p:cSldViewPr>
  </p:slideViewPr>
  <p:outlineViewPr>
    <p:cViewPr>
      <p:scale>
        <a:sx n="25" d="100"/>
        <a:sy n="25" d="100"/>
      </p:scale>
      <p:origin x="0" y="-61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13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343E1-7C5F-4B28-B938-763A8B657658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0F7975-46AF-449D-BA01-2065BF292D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CF912-D16B-4D62-9FCB-4B859A060116}" type="datetimeFigureOut">
              <a:rPr lang="zh-CN" altLang="en-US" smtClean="0"/>
              <a:t>2026/7/1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11A219-AFB3-4262-B118-BD901D2AE21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首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1"/>
              <p:cNvSpPr txBox="1"/>
              <p:nvPr userDrawn="1"/>
            </p:nvSpPr>
            <p:spPr bwMode="auto">
              <a:xfrm>
                <a:off x="8470142" y="5699957"/>
                <a:ext cx="3219631" cy="8731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  </m:t>
                      </m:r>
                      <m:nary>
                        <m:naryPr>
                          <m:ctrlPr>
                            <a:rPr lang="zh-CN" altLang="en-US" sz="2000" b="1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000" b="1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  <m:sup>
                          <m:r>
                            <a:rPr lang="zh-CN" altLang="en-US" sz="2000" b="1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sup>
                        <m:e>
                          <m:r>
                            <a:rPr lang="zh-CN" altLang="en-US" sz="2000" b="1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zh-CN" altLang="en-US" sz="2000" b="1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000" b="1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zh-CN" altLang="en-US" sz="2000" b="1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zh-CN" altLang="en-US" sz="2000" b="1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𝒅𝒙</m:t>
                      </m:r>
                      <m:r>
                        <a:rPr lang="zh-CN" altLang="en-US" sz="2000" b="1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b="1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zh-CN" altLang="en-US" sz="2000" b="1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000" b="1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zh-CN" altLang="en-US" sz="2000" b="1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sz="2000" b="1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zh-CN" altLang="en-US" sz="2000" b="1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000" b="1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zh-CN" altLang="en-US" sz="2000" b="1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b="1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 userDrawn="1"/>
            </p:nvSpPr>
            <p:spPr bwMode="auto">
              <a:xfrm>
                <a:off x="8470142" y="5699957"/>
                <a:ext cx="3219631" cy="873124"/>
              </a:xfrm>
              <a:prstGeom prst="rect">
                <a:avLst/>
              </a:prstGeom>
              <a:blipFill rotWithShape="1">
                <a:blip r:embed="rId3"/>
                <a:stretch>
                  <a:fillRect l="-16" t="-23" r="2" b="-1939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987258" y="3697623"/>
            <a:ext cx="2425190" cy="433284"/>
          </a:xfrm>
          <a:prstGeom prst="rect">
            <a:avLst/>
          </a:prstGeom>
        </p:spPr>
      </p:pic>
      <p:pic>
        <p:nvPicPr>
          <p:cNvPr id="18" name="Picture 1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897460" y="2475374"/>
            <a:ext cx="4636809" cy="752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 userDrawn="1"/>
            </p:nvSpPr>
            <p:spPr>
              <a:xfrm>
                <a:off x="3331317" y="5731953"/>
                <a:ext cx="4339586" cy="8091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sz="2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4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limLow>
                        <m:limLowPr>
                          <m:ctrlP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"/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4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4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𝛥</m:t>
                              </m:r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4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4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 userDrawn="1"/>
            </p:nvSpPr>
            <p:spPr>
              <a:xfrm>
                <a:off x="3331317" y="5731953"/>
                <a:ext cx="4339586" cy="809132"/>
              </a:xfrm>
              <a:prstGeom prst="rect">
                <a:avLst/>
              </a:prstGeom>
              <a:blipFill rotWithShape="1">
                <a:blip r:embed="rId6"/>
                <a:stretch>
                  <a:fillRect l="-2" t="-55" r="2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 userDrawn="1"/>
            </p:nvSpPr>
            <p:spPr>
              <a:xfrm>
                <a:off x="475874" y="5945164"/>
                <a:ext cx="2056204" cy="6189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zh-CN" alt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en-US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4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lim>
                      </m:limLow>
                      <m:r>
                        <a:rPr lang="zh-CN" alt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4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 userDrawn="1"/>
            </p:nvSpPr>
            <p:spPr>
              <a:xfrm>
                <a:off x="475874" y="5945164"/>
                <a:ext cx="2056204" cy="618952"/>
              </a:xfrm>
              <a:prstGeom prst="rect">
                <a:avLst/>
              </a:prstGeom>
              <a:blipFill rotWithShape="1">
                <a:blip r:embed="rId7"/>
                <a:stretch>
                  <a:fillRect l="-13" t="-47" r="16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21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484970" y="461090"/>
            <a:ext cx="3439739" cy="14381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标题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占位符 1"/>
          <p:cNvSpPr>
            <a:spLocks noGrp="1"/>
          </p:cNvSpPr>
          <p:nvPr>
            <p:ph type="title"/>
          </p:nvPr>
        </p:nvSpPr>
        <p:spPr>
          <a:xfrm>
            <a:off x="1482216" y="2766218"/>
            <a:ext cx="9937393" cy="1325563"/>
          </a:xfrm>
          <a:prstGeom prst="rect">
            <a:avLst/>
          </a:prstGeom>
          <a:effectLst>
            <a:outerShdw dist="50800" dir="2700000" algn="tl" rotWithShape="0">
              <a:schemeClr val="tx1"/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6000" b="1" spc="400" baseline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72043" y="926197"/>
            <a:ext cx="2476402" cy="909560"/>
          </a:xfrm>
          <a:prstGeom prst="rect">
            <a:avLst/>
          </a:prstGeom>
          <a:effectLst/>
        </p:spPr>
        <p:txBody>
          <a:bodyPr anchor="ctr">
            <a:noAutofit/>
          </a:bodyPr>
          <a:lstStyle>
            <a:lvl1pPr algn="ctr">
              <a:lnSpc>
                <a:spcPct val="125000"/>
              </a:lnSpc>
              <a:defRPr sz="3600" spc="0" baseline="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目录</a:t>
            </a:r>
          </a:p>
        </p:txBody>
      </p:sp>
      <p:sp>
        <p:nvSpPr>
          <p:cNvPr id="19" name="文本占位符 27"/>
          <p:cNvSpPr>
            <a:spLocks noGrp="1"/>
          </p:cNvSpPr>
          <p:nvPr>
            <p:ph type="body" sz="quarter" idx="18" hasCustomPrompt="1"/>
          </p:nvPr>
        </p:nvSpPr>
        <p:spPr>
          <a:xfrm flipH="1">
            <a:off x="2964240" y="2298786"/>
            <a:ext cx="7037551" cy="909561"/>
          </a:xfrm>
          <a:prstGeom prst="roundRect">
            <a:avLst/>
          </a:prstGeom>
          <a:solidFill>
            <a:srgbClr val="0157A8">
              <a:alpha val="50000"/>
            </a:srgbClr>
          </a:solidFill>
          <a:ln w="12700">
            <a:solidFill>
              <a:schemeClr val="bg1"/>
            </a:solidFill>
          </a:ln>
        </p:spPr>
        <p:txBody>
          <a:bodyPr rot="0" spcFirstLastPara="0" vertOverflow="overflow" horzOverflow="overflow" vert="horz" wrap="square" lIns="46800" tIns="45720" rIns="46800" bIns="45720" numCol="1" spcCol="0" rtlCol="0" fromWordArt="0" anchor="ctr" anchorCtr="0" forceAA="0" compatLnSpc="1">
            <a:noAutofit/>
          </a:bodyPr>
          <a:lstStyle>
            <a:lvl1pPr algn="ctr">
              <a:defRPr lang="zh-CN" alt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输入节标题</a:t>
            </a:r>
          </a:p>
        </p:txBody>
      </p:sp>
      <p:sp>
        <p:nvSpPr>
          <p:cNvPr id="20" name="文本占位符 27"/>
          <p:cNvSpPr>
            <a:spLocks noGrp="1"/>
          </p:cNvSpPr>
          <p:nvPr>
            <p:ph type="body" sz="quarter" idx="19" hasCustomPrompt="1"/>
          </p:nvPr>
        </p:nvSpPr>
        <p:spPr>
          <a:xfrm flipH="1">
            <a:off x="2964241" y="3671376"/>
            <a:ext cx="7037551" cy="909561"/>
          </a:xfrm>
          <a:prstGeom prst="roundRect">
            <a:avLst/>
          </a:prstGeom>
          <a:solidFill>
            <a:srgbClr val="0157A8">
              <a:alpha val="50000"/>
            </a:srgbClr>
          </a:solidFill>
          <a:ln w="12700">
            <a:solidFill>
              <a:schemeClr val="bg1"/>
            </a:solidFill>
          </a:ln>
        </p:spPr>
        <p:txBody>
          <a:bodyPr rot="0" spcFirstLastPara="0" vertOverflow="overflow" horzOverflow="overflow" vert="horz" wrap="square" lIns="46800" tIns="45720" rIns="46800" bIns="45720" numCol="1" spcCol="0" rtlCol="0" fromWordArt="0" anchor="ctr" anchorCtr="0" forceAA="0" compatLnSpc="1">
            <a:noAutofit/>
          </a:bodyPr>
          <a:lstStyle>
            <a:lvl1pPr algn="ctr">
              <a:defRPr lang="zh-CN" alt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输入节标题</a:t>
            </a:r>
          </a:p>
        </p:txBody>
      </p:sp>
      <p:sp>
        <p:nvSpPr>
          <p:cNvPr id="21" name="文本占位符 27"/>
          <p:cNvSpPr>
            <a:spLocks noGrp="1"/>
          </p:cNvSpPr>
          <p:nvPr>
            <p:ph type="body" sz="quarter" idx="20" hasCustomPrompt="1"/>
          </p:nvPr>
        </p:nvSpPr>
        <p:spPr>
          <a:xfrm flipH="1">
            <a:off x="2964241" y="5043966"/>
            <a:ext cx="7037551" cy="909561"/>
          </a:xfrm>
          <a:prstGeom prst="roundRect">
            <a:avLst/>
          </a:prstGeom>
          <a:solidFill>
            <a:srgbClr val="0157A8">
              <a:alpha val="50000"/>
            </a:srgbClr>
          </a:solidFill>
          <a:ln w="12700">
            <a:solidFill>
              <a:schemeClr val="bg1"/>
            </a:solidFill>
          </a:ln>
        </p:spPr>
        <p:txBody>
          <a:bodyPr rot="0" spcFirstLastPara="0" vertOverflow="overflow" horzOverflow="overflow" vert="horz" wrap="square" lIns="46800" tIns="45720" rIns="46800" bIns="45720" numCol="1" spcCol="0" rtlCol="0" fromWordArt="0" anchor="ctr" anchorCtr="0" forceAA="0" compatLnSpc="1">
            <a:noAutofit/>
          </a:bodyPr>
          <a:lstStyle>
            <a:lvl1pPr algn="ctr">
              <a:defRPr lang="zh-CN" alt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输入节标题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1085850"/>
            <a:ext cx="12192000" cy="4686300"/>
          </a:xfrm>
          <a:prstGeom prst="rect">
            <a:avLst/>
          </a:prstGeom>
          <a:solidFill>
            <a:srgbClr val="0157A8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811530" y="3066021"/>
            <a:ext cx="2278975" cy="725958"/>
          </a:xfrm>
          <a:prstGeom prst="rect">
            <a:avLst/>
          </a:prstGeom>
          <a:noFill/>
          <a:ln>
            <a:solidFill>
              <a:schemeClr val="bg1">
                <a:alpha val="50000"/>
              </a:schemeClr>
            </a:solidFill>
          </a:ln>
          <a:effectLst/>
        </p:spPr>
        <p:txBody>
          <a:bodyPr anchor="ctr">
            <a:noAutofit/>
          </a:bodyPr>
          <a:lstStyle>
            <a:lvl1pPr algn="ctr">
              <a:lnSpc>
                <a:spcPct val="125000"/>
              </a:lnSpc>
              <a:defRPr sz="3200" b="1" spc="3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kumimoji="1" lang="zh-CN" altLang="en-US" dirty="0"/>
              <a:t>主要内容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5364480" y="1776413"/>
            <a:ext cx="5784532" cy="3305175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25000"/>
              </a:lnSpc>
              <a:spcAft>
                <a:spcPts val="0"/>
              </a:spcAft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57A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1997287" y="2434667"/>
            <a:ext cx="8197427" cy="1988663"/>
          </a:xfrm>
          <a:prstGeom prst="rect">
            <a:avLst/>
          </a:prstGeom>
          <a:effectLst>
            <a:outerShdw blurRad="12700" dist="50800" dir="2700000" algn="tl" rotWithShape="0">
              <a:prstClr val="black">
                <a:alpha val="66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algn="l">
              <a:lnSpc>
                <a:spcPct val="150000"/>
              </a:lnSpc>
              <a:defRPr sz="4800" b="1" spc="400" baseline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有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112"/>
          <a:stretch>
            <a:fillRect/>
          </a:stretch>
        </p:blipFill>
        <p:spPr>
          <a:xfrm>
            <a:off x="-1" y="-6766"/>
            <a:ext cx="12192001" cy="747205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192000" cy="740439"/>
          </a:xfrm>
          <a:prstGeom prst="rect">
            <a:avLst/>
          </a:prstGeom>
          <a:solidFill>
            <a:srgbClr val="0157A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占位符 16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691197" y="914400"/>
            <a:ext cx="10795953" cy="53879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just">
              <a:lnSpc>
                <a:spcPct val="125000"/>
              </a:lnSpc>
              <a:spcAft>
                <a:spcPts val="1000"/>
              </a:spcAft>
              <a:buFontTx/>
              <a:buNone/>
              <a:defRPr sz="240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 algn="just">
              <a:lnSpc>
                <a:spcPct val="125000"/>
              </a:lnSpc>
              <a:spcAft>
                <a:spcPts val="1000"/>
              </a:spcAft>
              <a:buFontTx/>
              <a:buNone/>
              <a:defRPr sz="2400">
                <a:solidFill>
                  <a:schemeClr val="tx1"/>
                </a:solidFill>
                <a:latin typeface="+mj-ea"/>
                <a:ea typeface="+mj-ea"/>
              </a:defRPr>
            </a:lvl2pPr>
            <a:lvl3pPr marL="914400" indent="0" algn="just">
              <a:lnSpc>
                <a:spcPct val="125000"/>
              </a:lnSpc>
              <a:spcAft>
                <a:spcPts val="1000"/>
              </a:spcAft>
              <a:buFontTx/>
              <a:buNone/>
              <a:defRPr sz="2400">
                <a:solidFill>
                  <a:schemeClr val="tx1"/>
                </a:solidFill>
                <a:latin typeface="+mj-ea"/>
                <a:ea typeface="+mj-ea"/>
              </a:defRPr>
            </a:lvl3pPr>
            <a:lvl4pPr marL="1371600" indent="0" algn="just">
              <a:lnSpc>
                <a:spcPct val="125000"/>
              </a:lnSpc>
              <a:spcAft>
                <a:spcPts val="1000"/>
              </a:spcAft>
              <a:buFontTx/>
              <a:buNone/>
              <a:defRPr sz="2400">
                <a:solidFill>
                  <a:schemeClr val="tx1"/>
                </a:solidFill>
                <a:latin typeface="+mj-ea"/>
                <a:ea typeface="+mj-ea"/>
              </a:defRPr>
            </a:lvl4pPr>
            <a:lvl5pPr marL="1828800" indent="0" algn="just">
              <a:lnSpc>
                <a:spcPct val="125000"/>
              </a:lnSpc>
              <a:spcAft>
                <a:spcPts val="1000"/>
              </a:spcAft>
              <a:buFontTx/>
              <a:buNone/>
              <a:defRPr sz="2400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4" name="标题 1"/>
          <p:cNvSpPr>
            <a:spLocks noGrp="1"/>
          </p:cNvSpPr>
          <p:nvPr userDrawn="1">
            <p:ph type="title"/>
          </p:nvPr>
        </p:nvSpPr>
        <p:spPr>
          <a:xfrm>
            <a:off x="691197" y="111544"/>
            <a:ext cx="10805478" cy="628895"/>
          </a:xfrm>
          <a:prstGeom prst="rect">
            <a:avLst/>
          </a:prstGeom>
          <a:noFill/>
        </p:spPr>
        <p:txBody>
          <a:bodyPr lIns="0" tIns="0" rIns="0" bIns="0" anchor="ctr" anchorCtr="0">
            <a:normAutofit/>
          </a:bodyPr>
          <a:lstStyle>
            <a:lvl1pPr algn="l">
              <a:lnSpc>
                <a:spcPct val="100000"/>
              </a:lnSpc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7" name="立方体 6"/>
          <p:cNvSpPr/>
          <p:nvPr userDrawn="1"/>
        </p:nvSpPr>
        <p:spPr>
          <a:xfrm rot="14317165" flipH="1">
            <a:off x="281759" y="272097"/>
            <a:ext cx="311403" cy="311403"/>
          </a:xfrm>
          <a:prstGeom prst="cub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立方体 8"/>
          <p:cNvSpPr/>
          <p:nvPr userDrawn="1"/>
        </p:nvSpPr>
        <p:spPr>
          <a:xfrm rot="14317165" flipH="1">
            <a:off x="114872" y="137028"/>
            <a:ext cx="136115" cy="136115"/>
          </a:xfrm>
          <a:prstGeom prst="cub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纯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112"/>
          <a:stretch>
            <a:fillRect/>
          </a:stretch>
        </p:blipFill>
        <p:spPr>
          <a:xfrm>
            <a:off x="-1" y="-6766"/>
            <a:ext cx="12192001" cy="747205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740439"/>
          </a:xfrm>
          <a:prstGeom prst="rect">
            <a:avLst/>
          </a:prstGeom>
          <a:solidFill>
            <a:srgbClr val="0157A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691197" y="111544"/>
            <a:ext cx="10805478" cy="628895"/>
          </a:xfrm>
          <a:prstGeom prst="rect">
            <a:avLst/>
          </a:prstGeom>
          <a:noFill/>
        </p:spPr>
        <p:txBody>
          <a:bodyPr lIns="0" tIns="0" rIns="0" bIns="0" anchor="ctr" anchorCtr="0">
            <a:normAutofit/>
          </a:bodyPr>
          <a:lstStyle>
            <a:lvl1pPr algn="l">
              <a:lnSpc>
                <a:spcPct val="100000"/>
              </a:lnSpc>
              <a:def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12" name="立方体 11"/>
          <p:cNvSpPr/>
          <p:nvPr userDrawn="1"/>
        </p:nvSpPr>
        <p:spPr>
          <a:xfrm rot="14317165" flipH="1">
            <a:off x="281759" y="272097"/>
            <a:ext cx="311403" cy="311403"/>
          </a:xfrm>
          <a:prstGeom prst="cub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立方体 12"/>
          <p:cNvSpPr/>
          <p:nvPr userDrawn="1"/>
        </p:nvSpPr>
        <p:spPr>
          <a:xfrm rot="14317165" flipH="1">
            <a:off x="114872" y="137028"/>
            <a:ext cx="136115" cy="136115"/>
          </a:xfrm>
          <a:prstGeom prst="cub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做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1391086" y="485858"/>
            <a:ext cx="9799319" cy="1474004"/>
          </a:xfrm>
          <a:prstGeom prst="rect">
            <a:avLst/>
          </a:prstGeom>
          <a:noFill/>
        </p:spPr>
        <p:txBody>
          <a:bodyPr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buClr>
                <a:srgbClr val="EF9109"/>
              </a:buClr>
              <a:buFontTx/>
              <a:buNone/>
              <a:defRPr lang="zh-CN" altLang="en-US" sz="2400" b="1" i="0" smtClean="0">
                <a:solidFill>
                  <a:schemeClr val="tx1"/>
                </a:solidFill>
                <a:effectLst/>
                <a:latin typeface="+mj-ea"/>
                <a:ea typeface="+mj-ea"/>
              </a:defRPr>
            </a:lvl1pPr>
            <a:lvl2pPr marL="0" indent="0" algn="ctr" defTabSz="914400" rtl="0" eaLnBrk="1" latinLnBrk="0" hangingPunct="1">
              <a:buFontTx/>
              <a:buNone/>
              <a:defRPr lang="zh-CN" altLang="en-US" sz="28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0" indent="0" algn="ctr" defTabSz="914400" rtl="0" eaLnBrk="1" latinLnBrk="0" hangingPunct="1">
              <a:buFontTx/>
              <a:buNone/>
              <a:defRPr lang="zh-CN" altLang="en-US" sz="28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0" indent="0" algn="ctr" defTabSz="914400" rtl="0" eaLnBrk="1" latinLnBrk="0" hangingPunct="1">
              <a:buFontTx/>
              <a:buNone/>
              <a:defRPr lang="zh-CN" altLang="en-US" sz="28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0" indent="0" algn="ctr" defTabSz="914400" rtl="0" eaLnBrk="1" latinLnBrk="0" hangingPunct="1">
              <a:buFontTx/>
              <a:buNone/>
              <a:defRPr lang="zh-CN" altLang="en-US" sz="28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defRPr>
            </a:lvl5pPr>
          </a:lstStyle>
          <a:p>
            <a:pPr lvl="0"/>
            <a:r>
              <a:rPr lang="zh-CN" altLang="en-US" dirty="0"/>
              <a:t>输入文章的标题，文章标题与内容</a:t>
            </a:r>
          </a:p>
        </p:txBody>
      </p:sp>
      <p:sp>
        <p:nvSpPr>
          <p:cNvPr id="3" name="文本占位符 16"/>
          <p:cNvSpPr>
            <a:spLocks noGrp="1"/>
          </p:cNvSpPr>
          <p:nvPr>
            <p:ph type="body" sz="quarter" idx="12" hasCustomPrompt="1"/>
          </p:nvPr>
        </p:nvSpPr>
        <p:spPr>
          <a:xfrm>
            <a:off x="1391086" y="2048721"/>
            <a:ext cx="9799320" cy="49632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25000"/>
              </a:lnSpc>
              <a:spcAft>
                <a:spcPts val="0"/>
              </a:spcAft>
              <a:buFontTx/>
              <a:buNone/>
              <a:defRPr sz="240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 algn="l">
              <a:lnSpc>
                <a:spcPct val="125000"/>
              </a:lnSpc>
              <a:spcAft>
                <a:spcPts val="0"/>
              </a:spcAft>
              <a:buFontTx/>
              <a:buNone/>
              <a:defRPr sz="2400">
                <a:solidFill>
                  <a:schemeClr val="tx1"/>
                </a:solidFill>
                <a:latin typeface="+mj-ea"/>
                <a:ea typeface="+mj-ea"/>
              </a:defRPr>
            </a:lvl2pPr>
            <a:lvl3pPr marL="914400" indent="0" algn="l">
              <a:lnSpc>
                <a:spcPct val="125000"/>
              </a:lnSpc>
              <a:spcAft>
                <a:spcPts val="0"/>
              </a:spcAft>
              <a:buFontTx/>
              <a:buNone/>
              <a:defRPr sz="2400">
                <a:solidFill>
                  <a:schemeClr val="tx1"/>
                </a:solidFill>
                <a:latin typeface="+mj-ea"/>
                <a:ea typeface="+mj-ea"/>
              </a:defRPr>
            </a:lvl3pPr>
            <a:lvl4pPr marL="1371600" indent="0" algn="l">
              <a:lnSpc>
                <a:spcPct val="125000"/>
              </a:lnSpc>
              <a:spcAft>
                <a:spcPts val="0"/>
              </a:spcAft>
              <a:buFontTx/>
              <a:buNone/>
              <a:defRPr sz="2400">
                <a:solidFill>
                  <a:schemeClr val="tx1"/>
                </a:solidFill>
                <a:latin typeface="+mj-ea"/>
                <a:ea typeface="+mj-ea"/>
              </a:defRPr>
            </a:lvl4pPr>
            <a:lvl5pPr marL="1828800" indent="0" algn="l">
              <a:lnSpc>
                <a:spcPct val="125000"/>
              </a:lnSpc>
              <a:spcAft>
                <a:spcPts val="0"/>
              </a:spcAft>
              <a:buFontTx/>
              <a:buNone/>
              <a:defRPr sz="2400">
                <a:solidFill>
                  <a:schemeClr val="tx1"/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11"/>
          <p:cNvSpPr>
            <a:spLocks noGrp="1"/>
          </p:cNvSpPr>
          <p:nvPr>
            <p:ph type="body" sz="quarter" idx="13" hasCustomPrompt="1"/>
          </p:nvPr>
        </p:nvSpPr>
        <p:spPr>
          <a:xfrm>
            <a:off x="398163" y="485857"/>
            <a:ext cx="958198" cy="776288"/>
          </a:xfrm>
          <a:prstGeom prst="rect">
            <a:avLst/>
          </a:prstGeom>
          <a:noFill/>
        </p:spPr>
        <p:txBody>
          <a:bodyPr anchor="t"/>
          <a:lstStyle>
            <a:lvl1pPr marL="0" indent="0" algn="l" defTabSz="914400" rtl="0" eaLnBrk="1" latinLnBrk="0" hangingPunct="1">
              <a:lnSpc>
                <a:spcPct val="125000"/>
              </a:lnSpc>
              <a:buClr>
                <a:srgbClr val="EF9109"/>
              </a:buClr>
              <a:buFontTx/>
              <a:buNone/>
              <a:defRPr lang="zh-CN" altLang="en-US" b="1" i="0" smtClean="0">
                <a:solidFill>
                  <a:schemeClr val="accent2"/>
                </a:solidFill>
                <a:effectLst/>
                <a:latin typeface="+mj-ea"/>
                <a:ea typeface="+mj-ea"/>
              </a:defRPr>
            </a:lvl1pPr>
            <a:lvl2pPr marL="0" indent="0" algn="ctr" defTabSz="914400" rtl="0" eaLnBrk="1" latinLnBrk="0" hangingPunct="1">
              <a:buFontTx/>
              <a:buNone/>
              <a:defRPr lang="zh-CN" altLang="en-US" sz="28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0" indent="0" algn="ctr" defTabSz="914400" rtl="0" eaLnBrk="1" latinLnBrk="0" hangingPunct="1">
              <a:buFontTx/>
              <a:buNone/>
              <a:defRPr lang="zh-CN" altLang="en-US" sz="28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0" indent="0" algn="ctr" defTabSz="914400" rtl="0" eaLnBrk="1" latinLnBrk="0" hangingPunct="1">
              <a:buFontTx/>
              <a:buNone/>
              <a:defRPr lang="zh-CN" altLang="en-US" sz="28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0" indent="0" algn="ctr" defTabSz="914400" rtl="0" eaLnBrk="1" latinLnBrk="0" hangingPunct="1">
              <a:buFontTx/>
              <a:buNone/>
              <a:defRPr lang="zh-CN" altLang="en-US" sz="28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defRPr>
            </a:lvl5pPr>
          </a:lstStyle>
          <a:p>
            <a:pPr lvl="0"/>
            <a:r>
              <a:rPr lang="zh-CN" altLang="en-US" dirty="0"/>
              <a:t>例</a:t>
            </a:r>
            <a:r>
              <a:rPr lang="en-US" altLang="zh-CN" dirty="0"/>
              <a:t>1.</a:t>
            </a:r>
            <a:endParaRPr lang="zh-CN" altLang="en-US" dirty="0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398163" y="2048721"/>
            <a:ext cx="958198" cy="776288"/>
          </a:xfrm>
          <a:prstGeom prst="rect">
            <a:avLst/>
          </a:prstGeom>
          <a:noFill/>
        </p:spPr>
        <p:txBody>
          <a:bodyPr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buClr>
                <a:srgbClr val="EF9109"/>
              </a:buClr>
              <a:buFontTx/>
              <a:buNone/>
              <a:defRPr lang="zh-CN" altLang="en-US" sz="2800" b="1" i="0" smtClean="0">
                <a:solidFill>
                  <a:schemeClr val="tx1"/>
                </a:solidFill>
                <a:effectLst/>
                <a:latin typeface="+mj-ea"/>
                <a:ea typeface="+mj-ea"/>
              </a:defRPr>
            </a:lvl1pPr>
            <a:lvl2pPr marL="0" indent="0" algn="ctr" defTabSz="914400" rtl="0" eaLnBrk="1" latinLnBrk="0" hangingPunct="1">
              <a:buFontTx/>
              <a:buNone/>
              <a:defRPr lang="zh-CN" altLang="en-US" sz="28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defRPr>
            </a:lvl2pPr>
            <a:lvl3pPr marL="0" indent="0" algn="ctr" defTabSz="914400" rtl="0" eaLnBrk="1" latinLnBrk="0" hangingPunct="1">
              <a:buFontTx/>
              <a:buNone/>
              <a:defRPr lang="zh-CN" altLang="en-US" sz="28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defRPr>
            </a:lvl3pPr>
            <a:lvl4pPr marL="0" indent="0" algn="ctr" defTabSz="914400" rtl="0" eaLnBrk="1" latinLnBrk="0" hangingPunct="1">
              <a:buFontTx/>
              <a:buNone/>
              <a:defRPr lang="zh-CN" altLang="en-US" sz="2800" b="1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defRPr>
            </a:lvl4pPr>
            <a:lvl5pPr marL="0" indent="0" algn="ctr" defTabSz="914400" rtl="0" eaLnBrk="1" latinLnBrk="0" hangingPunct="1">
              <a:buFontTx/>
              <a:buNone/>
              <a:defRPr lang="zh-CN" altLang="en-US" sz="28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n-cs"/>
              </a:defRPr>
            </a:lvl5pPr>
          </a:lstStyle>
          <a:p>
            <a:pPr lvl="0"/>
            <a:r>
              <a:rPr lang="zh-CN" altLang="en-US" dirty="0"/>
              <a:t>解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1763357"/>
            <a:ext cx="12192000" cy="4355542"/>
          </a:xfrm>
          <a:prstGeom prst="rect">
            <a:avLst/>
          </a:prstGeom>
          <a:solidFill>
            <a:srgbClr val="0157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内容占位符 2"/>
          <p:cNvSpPr>
            <a:spLocks noGrp="1"/>
          </p:cNvSpPr>
          <p:nvPr>
            <p:ph sz="half" idx="1"/>
          </p:nvPr>
        </p:nvSpPr>
        <p:spPr>
          <a:xfrm>
            <a:off x="1669143" y="1763357"/>
            <a:ext cx="7109097" cy="4355542"/>
          </a:xfrm>
          <a:prstGeom prst="rect">
            <a:avLst/>
          </a:prstGeom>
          <a:noFill/>
          <a:effectLst/>
        </p:spPr>
        <p:txBody>
          <a:bodyPr lIns="46800" rIns="46800" bIns="46800" anchor="ctr">
            <a:normAutofit/>
          </a:bodyPr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25000"/>
              </a:lnSpc>
              <a:spcAft>
                <a:spcPts val="1000"/>
              </a:spcAft>
              <a:buFontTx/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25000"/>
              </a:lnSpc>
              <a:spcAft>
                <a:spcPts val="1000"/>
              </a:spcAft>
              <a:buFontTx/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25000"/>
              </a:lnSpc>
              <a:spcAft>
                <a:spcPts val="1000"/>
              </a:spcAft>
              <a:buFontTx/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lnSpc>
                <a:spcPct val="125000"/>
              </a:lnSpc>
              <a:spcAft>
                <a:spcPts val="1000"/>
              </a:spcAft>
              <a:buFontTx/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15" name="标题 1"/>
          <p:cNvSpPr>
            <a:spLocks noGrp="1"/>
          </p:cNvSpPr>
          <p:nvPr>
            <p:ph type="ctrTitle" hasCustomPrompt="1"/>
          </p:nvPr>
        </p:nvSpPr>
        <p:spPr>
          <a:xfrm>
            <a:off x="717630" y="422992"/>
            <a:ext cx="2002420" cy="995715"/>
          </a:xfrm>
          <a:prstGeom prst="rect">
            <a:avLst/>
          </a:prstGeom>
          <a:effectLst/>
        </p:spPr>
        <p:txBody>
          <a:bodyPr anchor="ctr">
            <a:noAutofit/>
          </a:bodyPr>
          <a:lstStyle>
            <a:lvl1pPr algn="ctr">
              <a:lnSpc>
                <a:spcPct val="125000"/>
              </a:lnSpc>
              <a:defRPr sz="3600" b="1" spc="0" baseline="0">
                <a:solidFill>
                  <a:srgbClr val="0157A8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小结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2889956"/>
          </a:xfrm>
          <a:prstGeom prst="rect">
            <a:avLst/>
          </a:prstGeom>
          <a:solidFill>
            <a:srgbClr val="0157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标题 1"/>
          <p:cNvSpPr>
            <a:spLocks noGrp="1"/>
          </p:cNvSpPr>
          <p:nvPr>
            <p:ph type="ctrTitle" hasCustomPrompt="1"/>
          </p:nvPr>
        </p:nvSpPr>
        <p:spPr>
          <a:xfrm>
            <a:off x="478414" y="934702"/>
            <a:ext cx="2654528" cy="995715"/>
          </a:xfrm>
          <a:prstGeom prst="rect">
            <a:avLst/>
          </a:prstGeom>
          <a:effectLst/>
        </p:spPr>
        <p:txBody>
          <a:bodyPr anchor="ctr">
            <a:noAutofit/>
          </a:bodyPr>
          <a:lstStyle>
            <a:lvl1pPr algn="ctr">
              <a:lnSpc>
                <a:spcPct val="125000"/>
              </a:lnSpc>
              <a:defRPr sz="4800" b="1" spc="400" baseline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思考题</a:t>
            </a:r>
          </a:p>
        </p:txBody>
      </p:sp>
      <p:sp>
        <p:nvSpPr>
          <p:cNvPr id="7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3611357" y="464457"/>
            <a:ext cx="8102230" cy="2032000"/>
          </a:xfrm>
          <a:prstGeom prst="rect">
            <a:avLst/>
          </a:prstGeom>
          <a:noFill/>
          <a:effectLst>
            <a:outerShdw blurRad="12700" dist="38100" dir="2700000" algn="tl" rotWithShape="0">
              <a:prstClr val="black">
                <a:alpha val="70000"/>
              </a:prstClr>
            </a:outerShdw>
          </a:effectLst>
        </p:spPr>
        <p:txBody>
          <a:bodyPr vert="horz" lIns="46800" tIns="46800" rIns="46800" bIns="46800" rtlCol="0" anchor="ctr">
            <a:normAutofit/>
          </a:bodyPr>
          <a:lstStyle>
            <a:lvl1pPr algn="l">
              <a:defRPr kumimoji="1"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ct val="125000"/>
              </a:lnSpc>
            </a:pPr>
            <a:r>
              <a:rPr kumimoji="1" lang="zh-CN" altLang="en-US" dirty="0"/>
              <a:t>单击此处编辑思考题内容</a:t>
            </a:r>
          </a:p>
        </p:txBody>
      </p:sp>
      <p:sp>
        <p:nvSpPr>
          <p:cNvPr id="8" name="内容占位符 2"/>
          <p:cNvSpPr>
            <a:spLocks noGrp="1"/>
          </p:cNvSpPr>
          <p:nvPr>
            <p:ph sz="half" idx="10" hasCustomPrompt="1"/>
          </p:nvPr>
        </p:nvSpPr>
        <p:spPr>
          <a:xfrm>
            <a:off x="1333980" y="3225800"/>
            <a:ext cx="10379606" cy="3442939"/>
          </a:xfrm>
          <a:prstGeom prst="rect">
            <a:avLst/>
          </a:prstGeom>
          <a:noFill/>
          <a:effectLst/>
        </p:spPr>
        <p:txBody>
          <a:bodyPr vert="horz" lIns="46800" tIns="46800" rIns="46800" bIns="45720" rtlCol="0" anchor="t">
            <a:normAutofit/>
          </a:bodyPr>
          <a:lstStyle>
            <a:lvl1pPr>
              <a:defRPr kumimoji="1"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lnSpc>
                <a:spcPct val="125000"/>
              </a:lnSpc>
            </a:pPr>
            <a:r>
              <a:rPr kumimoji="1" lang="zh-CN" altLang="en-US" dirty="0"/>
              <a:t>单击此处编辑提示的关键字</a:t>
            </a:r>
            <a:r>
              <a:rPr kumimoji="1" lang="en-US" altLang="zh-CN" dirty="0"/>
              <a:t>/</a:t>
            </a:r>
            <a:r>
              <a:rPr kumimoji="1" lang="zh-CN" altLang="en-US" dirty="0"/>
              <a:t>答案 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再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 userDrawn="1">
            <p:ph type="title" hasCustomPrompt="1"/>
          </p:nvPr>
        </p:nvSpPr>
        <p:spPr>
          <a:xfrm>
            <a:off x="2335656" y="2766218"/>
            <a:ext cx="7520689" cy="1325563"/>
          </a:xfrm>
          <a:prstGeom prst="rect">
            <a:avLst/>
          </a:prstGeom>
          <a:effectLst>
            <a:outerShdw dist="50800" dir="2700000" algn="tl" rotWithShape="0">
              <a:schemeClr val="tx1"/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6000" b="1" spc="400" baseline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单击此处编辑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37376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spcAft>
          <a:spcPts val="1000"/>
        </a:spcAft>
        <a:buFontTx/>
        <a:buNone/>
        <a:defRPr sz="2800" kern="1200">
          <a:solidFill>
            <a:srgbClr val="373763"/>
          </a:solidFill>
          <a:latin typeface="+mj-ea"/>
          <a:ea typeface="+mj-ea"/>
          <a:cs typeface="+mn-cs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1000"/>
        </a:spcAft>
        <a:buFontTx/>
        <a:buNone/>
        <a:defRPr sz="2400" kern="1200">
          <a:solidFill>
            <a:srgbClr val="373763"/>
          </a:solidFill>
          <a:latin typeface="+mj-ea"/>
          <a:ea typeface="+mj-ea"/>
          <a:cs typeface="+mn-cs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1000"/>
        </a:spcAft>
        <a:buFontTx/>
        <a:buNone/>
        <a:defRPr sz="2000" kern="1200">
          <a:solidFill>
            <a:srgbClr val="373763"/>
          </a:solidFill>
          <a:latin typeface="+mj-ea"/>
          <a:ea typeface="+mj-ea"/>
          <a:cs typeface="+mn-cs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1000"/>
        </a:spcAft>
        <a:buFontTx/>
        <a:buNone/>
        <a:defRPr sz="1800" kern="1200">
          <a:solidFill>
            <a:srgbClr val="373763"/>
          </a:solidFill>
          <a:latin typeface="+mj-ea"/>
          <a:ea typeface="+mj-ea"/>
          <a:cs typeface="+mn-cs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1000"/>
        </a:spcAft>
        <a:buFontTx/>
        <a:buNone/>
        <a:defRPr sz="1800" kern="1200">
          <a:solidFill>
            <a:srgbClr val="373763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6.emf"/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18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5.wmf"/><Relationship Id="rId5" Type="http://schemas.openxmlformats.org/officeDocument/2006/relationships/image" Target="../media/image12.wmf"/><Relationship Id="rId15" Type="http://schemas.openxmlformats.org/officeDocument/2006/relationships/image" Target="../media/image17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4.wmf"/><Relationship Id="rId14" Type="http://schemas.openxmlformats.org/officeDocument/2006/relationships/oleObject" Target="../embeddings/oleObject7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image" Target="../media/image19.wmf"/><Relationship Id="rId7" Type="http://schemas.openxmlformats.org/officeDocument/2006/relationships/image" Target="../media/image21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23.wmf"/><Relationship Id="rId5" Type="http://schemas.openxmlformats.org/officeDocument/2006/relationships/image" Target="../media/image20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22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（一）问题的提出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697157" y="1272181"/>
            <a:ext cx="436247" cy="535675"/>
            <a:chOff x="8583900" y="485775"/>
            <a:chExt cx="2260880" cy="2776171"/>
          </a:xfrm>
        </p:grpSpPr>
        <p:grpSp>
          <p:nvGrpSpPr>
            <p:cNvPr id="4" name="组合 3"/>
            <p:cNvGrpSpPr/>
            <p:nvPr/>
          </p:nvGrpSpPr>
          <p:grpSpPr>
            <a:xfrm>
              <a:off x="8969009" y="485775"/>
              <a:ext cx="1404938" cy="2270125"/>
              <a:chOff x="8969009" y="485775"/>
              <a:chExt cx="1404938" cy="2270125"/>
            </a:xfrm>
          </p:grpSpPr>
          <p:sp>
            <p:nvSpPr>
              <p:cNvPr id="6" name="î$ḷîḑe"/>
              <p:cNvSpPr/>
              <p:nvPr/>
            </p:nvSpPr>
            <p:spPr bwMode="auto">
              <a:xfrm>
                <a:off x="9054734" y="485775"/>
                <a:ext cx="1319213" cy="2270125"/>
              </a:xfrm>
              <a:custGeom>
                <a:avLst/>
                <a:gdLst>
                  <a:gd name="T0" fmla="*/ 241 w 400"/>
                  <a:gd name="T1" fmla="*/ 407 h 689"/>
                  <a:gd name="T2" fmla="*/ 241 w 400"/>
                  <a:gd name="T3" fmla="*/ 472 h 689"/>
                  <a:gd name="T4" fmla="*/ 192 w 400"/>
                  <a:gd name="T5" fmla="*/ 520 h 689"/>
                  <a:gd name="T6" fmla="*/ 144 w 400"/>
                  <a:gd name="T7" fmla="*/ 472 h 689"/>
                  <a:gd name="T8" fmla="*/ 144 w 400"/>
                  <a:gd name="T9" fmla="*/ 369 h 689"/>
                  <a:gd name="T10" fmla="*/ 145 w 400"/>
                  <a:gd name="T11" fmla="*/ 367 h 689"/>
                  <a:gd name="T12" fmla="*/ 144 w 400"/>
                  <a:gd name="T13" fmla="*/ 365 h 689"/>
                  <a:gd name="T14" fmla="*/ 192 w 400"/>
                  <a:gd name="T15" fmla="*/ 317 h 689"/>
                  <a:gd name="T16" fmla="*/ 305 w 400"/>
                  <a:gd name="T17" fmla="*/ 207 h 689"/>
                  <a:gd name="T18" fmla="*/ 192 w 400"/>
                  <a:gd name="T19" fmla="*/ 96 h 689"/>
                  <a:gd name="T20" fmla="*/ 98 w 400"/>
                  <a:gd name="T21" fmla="*/ 150 h 689"/>
                  <a:gd name="T22" fmla="*/ 31 w 400"/>
                  <a:gd name="T23" fmla="*/ 168 h 689"/>
                  <a:gd name="T24" fmla="*/ 14 w 400"/>
                  <a:gd name="T25" fmla="*/ 102 h 689"/>
                  <a:gd name="T26" fmla="*/ 192 w 400"/>
                  <a:gd name="T27" fmla="*/ 0 h 689"/>
                  <a:gd name="T28" fmla="*/ 400 w 400"/>
                  <a:gd name="T29" fmla="*/ 207 h 689"/>
                  <a:gd name="T30" fmla="*/ 241 w 400"/>
                  <a:gd name="T31" fmla="*/ 407 h 689"/>
                  <a:gd name="T32" fmla="*/ 241 w 400"/>
                  <a:gd name="T33" fmla="*/ 623 h 689"/>
                  <a:gd name="T34" fmla="*/ 241 w 400"/>
                  <a:gd name="T35" fmla="*/ 641 h 689"/>
                  <a:gd name="T36" fmla="*/ 192 w 400"/>
                  <a:gd name="T37" fmla="*/ 689 h 689"/>
                  <a:gd name="T38" fmla="*/ 144 w 400"/>
                  <a:gd name="T39" fmla="*/ 641 h 689"/>
                  <a:gd name="T40" fmla="*/ 144 w 400"/>
                  <a:gd name="T41" fmla="*/ 623 h 689"/>
                  <a:gd name="T42" fmla="*/ 192 w 400"/>
                  <a:gd name="T43" fmla="*/ 575 h 689"/>
                  <a:gd name="T44" fmla="*/ 241 w 400"/>
                  <a:gd name="T45" fmla="*/ 623 h 6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00" h="689">
                    <a:moveTo>
                      <a:pt x="241" y="407"/>
                    </a:moveTo>
                    <a:cubicBezTo>
                      <a:pt x="241" y="472"/>
                      <a:pt x="241" y="472"/>
                      <a:pt x="241" y="472"/>
                    </a:cubicBezTo>
                    <a:cubicBezTo>
                      <a:pt x="241" y="499"/>
                      <a:pt x="220" y="520"/>
                      <a:pt x="192" y="520"/>
                    </a:cubicBezTo>
                    <a:cubicBezTo>
                      <a:pt x="167" y="520"/>
                      <a:pt x="144" y="499"/>
                      <a:pt x="144" y="472"/>
                    </a:cubicBezTo>
                    <a:cubicBezTo>
                      <a:pt x="144" y="369"/>
                      <a:pt x="144" y="369"/>
                      <a:pt x="144" y="369"/>
                    </a:cubicBezTo>
                    <a:cubicBezTo>
                      <a:pt x="144" y="368"/>
                      <a:pt x="145" y="368"/>
                      <a:pt x="145" y="367"/>
                    </a:cubicBezTo>
                    <a:cubicBezTo>
                      <a:pt x="144" y="366"/>
                      <a:pt x="144" y="366"/>
                      <a:pt x="144" y="365"/>
                    </a:cubicBezTo>
                    <a:cubicBezTo>
                      <a:pt x="144" y="340"/>
                      <a:pt x="167" y="317"/>
                      <a:pt x="192" y="317"/>
                    </a:cubicBezTo>
                    <a:cubicBezTo>
                      <a:pt x="254" y="317"/>
                      <a:pt x="305" y="268"/>
                      <a:pt x="305" y="207"/>
                    </a:cubicBezTo>
                    <a:cubicBezTo>
                      <a:pt x="305" y="144"/>
                      <a:pt x="254" y="96"/>
                      <a:pt x="192" y="96"/>
                    </a:cubicBezTo>
                    <a:cubicBezTo>
                      <a:pt x="152" y="96"/>
                      <a:pt x="116" y="118"/>
                      <a:pt x="98" y="150"/>
                    </a:cubicBezTo>
                    <a:cubicBezTo>
                      <a:pt x="84" y="174"/>
                      <a:pt x="54" y="182"/>
                      <a:pt x="31" y="168"/>
                    </a:cubicBezTo>
                    <a:cubicBezTo>
                      <a:pt x="8" y="154"/>
                      <a:pt x="0" y="126"/>
                      <a:pt x="14" y="102"/>
                    </a:cubicBezTo>
                    <a:cubicBezTo>
                      <a:pt x="49" y="41"/>
                      <a:pt x="116" y="0"/>
                      <a:pt x="192" y="0"/>
                    </a:cubicBezTo>
                    <a:cubicBezTo>
                      <a:pt x="307" y="0"/>
                      <a:pt x="400" y="92"/>
                      <a:pt x="400" y="207"/>
                    </a:cubicBezTo>
                    <a:cubicBezTo>
                      <a:pt x="400" y="304"/>
                      <a:pt x="332" y="386"/>
                      <a:pt x="241" y="407"/>
                    </a:cubicBezTo>
                    <a:close/>
                    <a:moveTo>
                      <a:pt x="241" y="623"/>
                    </a:moveTo>
                    <a:cubicBezTo>
                      <a:pt x="241" y="641"/>
                      <a:pt x="241" y="641"/>
                      <a:pt x="241" y="641"/>
                    </a:cubicBezTo>
                    <a:cubicBezTo>
                      <a:pt x="241" y="669"/>
                      <a:pt x="220" y="689"/>
                      <a:pt x="192" y="689"/>
                    </a:cubicBezTo>
                    <a:cubicBezTo>
                      <a:pt x="167" y="689"/>
                      <a:pt x="144" y="669"/>
                      <a:pt x="144" y="641"/>
                    </a:cubicBezTo>
                    <a:cubicBezTo>
                      <a:pt x="144" y="623"/>
                      <a:pt x="144" y="623"/>
                      <a:pt x="144" y="623"/>
                    </a:cubicBezTo>
                    <a:cubicBezTo>
                      <a:pt x="144" y="597"/>
                      <a:pt x="167" y="575"/>
                      <a:pt x="192" y="575"/>
                    </a:cubicBezTo>
                    <a:cubicBezTo>
                      <a:pt x="220" y="575"/>
                      <a:pt x="241" y="597"/>
                      <a:pt x="241" y="623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" name="ïṥļiďé"/>
              <p:cNvSpPr/>
              <p:nvPr/>
            </p:nvSpPr>
            <p:spPr bwMode="auto">
              <a:xfrm>
                <a:off x="8969009" y="485775"/>
                <a:ext cx="1319213" cy="2270125"/>
              </a:xfrm>
              <a:custGeom>
                <a:avLst/>
                <a:gdLst>
                  <a:gd name="T0" fmla="*/ 240 w 400"/>
                  <a:gd name="T1" fmla="*/ 407 h 689"/>
                  <a:gd name="T2" fmla="*/ 240 w 400"/>
                  <a:gd name="T3" fmla="*/ 472 h 689"/>
                  <a:gd name="T4" fmla="*/ 192 w 400"/>
                  <a:gd name="T5" fmla="*/ 520 h 689"/>
                  <a:gd name="T6" fmla="*/ 144 w 400"/>
                  <a:gd name="T7" fmla="*/ 472 h 689"/>
                  <a:gd name="T8" fmla="*/ 144 w 400"/>
                  <a:gd name="T9" fmla="*/ 369 h 689"/>
                  <a:gd name="T10" fmla="*/ 145 w 400"/>
                  <a:gd name="T11" fmla="*/ 367 h 689"/>
                  <a:gd name="T12" fmla="*/ 144 w 400"/>
                  <a:gd name="T13" fmla="*/ 365 h 689"/>
                  <a:gd name="T14" fmla="*/ 192 w 400"/>
                  <a:gd name="T15" fmla="*/ 317 h 689"/>
                  <a:gd name="T16" fmla="*/ 304 w 400"/>
                  <a:gd name="T17" fmla="*/ 207 h 689"/>
                  <a:gd name="T18" fmla="*/ 192 w 400"/>
                  <a:gd name="T19" fmla="*/ 96 h 689"/>
                  <a:gd name="T20" fmla="*/ 97 w 400"/>
                  <a:gd name="T21" fmla="*/ 150 h 689"/>
                  <a:gd name="T22" fmla="*/ 30 w 400"/>
                  <a:gd name="T23" fmla="*/ 168 h 689"/>
                  <a:gd name="T24" fmla="*/ 14 w 400"/>
                  <a:gd name="T25" fmla="*/ 102 h 689"/>
                  <a:gd name="T26" fmla="*/ 192 w 400"/>
                  <a:gd name="T27" fmla="*/ 0 h 689"/>
                  <a:gd name="T28" fmla="*/ 400 w 400"/>
                  <a:gd name="T29" fmla="*/ 207 h 689"/>
                  <a:gd name="T30" fmla="*/ 240 w 400"/>
                  <a:gd name="T31" fmla="*/ 407 h 689"/>
                  <a:gd name="T32" fmla="*/ 240 w 400"/>
                  <a:gd name="T33" fmla="*/ 623 h 689"/>
                  <a:gd name="T34" fmla="*/ 240 w 400"/>
                  <a:gd name="T35" fmla="*/ 641 h 689"/>
                  <a:gd name="T36" fmla="*/ 192 w 400"/>
                  <a:gd name="T37" fmla="*/ 689 h 689"/>
                  <a:gd name="T38" fmla="*/ 144 w 400"/>
                  <a:gd name="T39" fmla="*/ 641 h 689"/>
                  <a:gd name="T40" fmla="*/ 144 w 400"/>
                  <a:gd name="T41" fmla="*/ 623 h 689"/>
                  <a:gd name="T42" fmla="*/ 192 w 400"/>
                  <a:gd name="T43" fmla="*/ 575 h 689"/>
                  <a:gd name="T44" fmla="*/ 240 w 400"/>
                  <a:gd name="T45" fmla="*/ 623 h 6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00" h="689">
                    <a:moveTo>
                      <a:pt x="240" y="407"/>
                    </a:moveTo>
                    <a:cubicBezTo>
                      <a:pt x="240" y="472"/>
                      <a:pt x="240" y="472"/>
                      <a:pt x="240" y="472"/>
                    </a:cubicBezTo>
                    <a:cubicBezTo>
                      <a:pt x="240" y="499"/>
                      <a:pt x="220" y="520"/>
                      <a:pt x="192" y="520"/>
                    </a:cubicBezTo>
                    <a:cubicBezTo>
                      <a:pt x="166" y="520"/>
                      <a:pt x="144" y="499"/>
                      <a:pt x="144" y="472"/>
                    </a:cubicBezTo>
                    <a:cubicBezTo>
                      <a:pt x="144" y="369"/>
                      <a:pt x="144" y="369"/>
                      <a:pt x="144" y="369"/>
                    </a:cubicBezTo>
                    <a:cubicBezTo>
                      <a:pt x="144" y="368"/>
                      <a:pt x="145" y="368"/>
                      <a:pt x="145" y="367"/>
                    </a:cubicBezTo>
                    <a:cubicBezTo>
                      <a:pt x="144" y="366"/>
                      <a:pt x="144" y="366"/>
                      <a:pt x="144" y="365"/>
                    </a:cubicBezTo>
                    <a:cubicBezTo>
                      <a:pt x="144" y="340"/>
                      <a:pt x="166" y="317"/>
                      <a:pt x="192" y="317"/>
                    </a:cubicBezTo>
                    <a:cubicBezTo>
                      <a:pt x="254" y="317"/>
                      <a:pt x="304" y="268"/>
                      <a:pt x="304" y="207"/>
                    </a:cubicBezTo>
                    <a:cubicBezTo>
                      <a:pt x="304" y="144"/>
                      <a:pt x="254" y="96"/>
                      <a:pt x="192" y="96"/>
                    </a:cubicBezTo>
                    <a:cubicBezTo>
                      <a:pt x="152" y="96"/>
                      <a:pt x="116" y="118"/>
                      <a:pt x="97" y="150"/>
                    </a:cubicBezTo>
                    <a:cubicBezTo>
                      <a:pt x="84" y="174"/>
                      <a:pt x="54" y="182"/>
                      <a:pt x="30" y="168"/>
                    </a:cubicBezTo>
                    <a:cubicBezTo>
                      <a:pt x="8" y="154"/>
                      <a:pt x="0" y="126"/>
                      <a:pt x="14" y="102"/>
                    </a:cubicBezTo>
                    <a:cubicBezTo>
                      <a:pt x="49" y="41"/>
                      <a:pt x="116" y="0"/>
                      <a:pt x="192" y="0"/>
                    </a:cubicBezTo>
                    <a:cubicBezTo>
                      <a:pt x="306" y="0"/>
                      <a:pt x="400" y="92"/>
                      <a:pt x="400" y="207"/>
                    </a:cubicBezTo>
                    <a:cubicBezTo>
                      <a:pt x="400" y="304"/>
                      <a:pt x="332" y="386"/>
                      <a:pt x="240" y="407"/>
                    </a:cubicBezTo>
                    <a:close/>
                    <a:moveTo>
                      <a:pt x="240" y="623"/>
                    </a:moveTo>
                    <a:cubicBezTo>
                      <a:pt x="240" y="641"/>
                      <a:pt x="240" y="641"/>
                      <a:pt x="240" y="641"/>
                    </a:cubicBezTo>
                    <a:cubicBezTo>
                      <a:pt x="240" y="669"/>
                      <a:pt x="220" y="689"/>
                      <a:pt x="192" y="689"/>
                    </a:cubicBezTo>
                    <a:cubicBezTo>
                      <a:pt x="166" y="689"/>
                      <a:pt x="144" y="669"/>
                      <a:pt x="144" y="641"/>
                    </a:cubicBezTo>
                    <a:cubicBezTo>
                      <a:pt x="144" y="623"/>
                      <a:pt x="144" y="623"/>
                      <a:pt x="144" y="623"/>
                    </a:cubicBezTo>
                    <a:cubicBezTo>
                      <a:pt x="144" y="597"/>
                      <a:pt x="166" y="575"/>
                      <a:pt x="192" y="575"/>
                    </a:cubicBezTo>
                    <a:cubicBezTo>
                      <a:pt x="220" y="575"/>
                      <a:pt x="240" y="597"/>
                      <a:pt x="240" y="623"/>
                    </a:cubicBezTo>
                    <a:close/>
                  </a:path>
                </a:pathLst>
              </a:custGeom>
              <a:solidFill>
                <a:srgbClr val="EBB0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5" name="椭圆 4"/>
            <p:cNvSpPr/>
            <p:nvPr/>
          </p:nvSpPr>
          <p:spPr>
            <a:xfrm>
              <a:off x="8583900" y="2927838"/>
              <a:ext cx="2260880" cy="33410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任意多边形 7"/>
          <p:cNvSpPr/>
          <p:nvPr/>
        </p:nvSpPr>
        <p:spPr>
          <a:xfrm>
            <a:off x="913370" y="1130300"/>
            <a:ext cx="9324403" cy="762289"/>
          </a:xfrm>
          <a:custGeom>
            <a:avLst/>
            <a:gdLst>
              <a:gd name="connsiteX0" fmla="*/ 174099 w 9117727"/>
              <a:gd name="connsiteY0" fmla="*/ 0 h 1044575"/>
              <a:gd name="connsiteX1" fmla="*/ 8943628 w 9117727"/>
              <a:gd name="connsiteY1" fmla="*/ 0 h 1044575"/>
              <a:gd name="connsiteX2" fmla="*/ 9117727 w 9117727"/>
              <a:gd name="connsiteY2" fmla="*/ 174099 h 1044575"/>
              <a:gd name="connsiteX3" fmla="*/ 9117727 w 9117727"/>
              <a:gd name="connsiteY3" fmla="*/ 870476 h 1044575"/>
              <a:gd name="connsiteX4" fmla="*/ 8943628 w 9117727"/>
              <a:gd name="connsiteY4" fmla="*/ 1044575 h 1044575"/>
              <a:gd name="connsiteX5" fmla="*/ 174099 w 9117727"/>
              <a:gd name="connsiteY5" fmla="*/ 1044575 h 1044575"/>
              <a:gd name="connsiteX6" fmla="*/ 50993 w 9117727"/>
              <a:gd name="connsiteY6" fmla="*/ 993583 h 1044575"/>
              <a:gd name="connsiteX7" fmla="*/ 16872 w 9117727"/>
              <a:gd name="connsiteY7" fmla="*/ 942975 h 1044575"/>
              <a:gd name="connsiteX8" fmla="*/ 160751 w 9117727"/>
              <a:gd name="connsiteY8" fmla="*/ 942975 h 1044575"/>
              <a:gd name="connsiteX9" fmla="*/ 160751 w 9117727"/>
              <a:gd name="connsiteY9" fmla="*/ 184001 h 1044575"/>
              <a:gd name="connsiteX10" fmla="*/ 0 w 9117727"/>
              <a:gd name="connsiteY10" fmla="*/ 184001 h 1044575"/>
              <a:gd name="connsiteX11" fmla="*/ 0 w 9117727"/>
              <a:gd name="connsiteY11" fmla="*/ 174099 h 1044575"/>
              <a:gd name="connsiteX12" fmla="*/ 174099 w 9117727"/>
              <a:gd name="connsiteY12" fmla="*/ 0 h 1044575"/>
              <a:gd name="connsiteX0-1" fmla="*/ 160751 w 9117727"/>
              <a:gd name="connsiteY0-2" fmla="*/ 184001 h 1044575"/>
              <a:gd name="connsiteX1-3" fmla="*/ 0 w 9117727"/>
              <a:gd name="connsiteY1-4" fmla="*/ 184001 h 1044575"/>
              <a:gd name="connsiteX2-5" fmla="*/ 0 w 9117727"/>
              <a:gd name="connsiteY2-6" fmla="*/ 174099 h 1044575"/>
              <a:gd name="connsiteX3-7" fmla="*/ 174099 w 9117727"/>
              <a:gd name="connsiteY3-8" fmla="*/ 0 h 1044575"/>
              <a:gd name="connsiteX4-9" fmla="*/ 8943628 w 9117727"/>
              <a:gd name="connsiteY4-10" fmla="*/ 0 h 1044575"/>
              <a:gd name="connsiteX5-11" fmla="*/ 9117727 w 9117727"/>
              <a:gd name="connsiteY5-12" fmla="*/ 174099 h 1044575"/>
              <a:gd name="connsiteX6-13" fmla="*/ 9117727 w 9117727"/>
              <a:gd name="connsiteY6-14" fmla="*/ 870476 h 1044575"/>
              <a:gd name="connsiteX7-15" fmla="*/ 8943628 w 9117727"/>
              <a:gd name="connsiteY7-16" fmla="*/ 1044575 h 1044575"/>
              <a:gd name="connsiteX8-17" fmla="*/ 174099 w 9117727"/>
              <a:gd name="connsiteY8-18" fmla="*/ 1044575 h 1044575"/>
              <a:gd name="connsiteX9-19" fmla="*/ 50993 w 9117727"/>
              <a:gd name="connsiteY9-20" fmla="*/ 993583 h 1044575"/>
              <a:gd name="connsiteX10-21" fmla="*/ 16872 w 9117727"/>
              <a:gd name="connsiteY10-22" fmla="*/ 942975 h 1044575"/>
              <a:gd name="connsiteX11-23" fmla="*/ 160751 w 9117727"/>
              <a:gd name="connsiteY11-24" fmla="*/ 942975 h 1044575"/>
              <a:gd name="connsiteX12-25" fmla="*/ 252191 w 9117727"/>
              <a:gd name="connsiteY12-26" fmla="*/ 275441 h 1044575"/>
              <a:gd name="connsiteX0-27" fmla="*/ 160751 w 9117727"/>
              <a:gd name="connsiteY0-28" fmla="*/ 184001 h 1044575"/>
              <a:gd name="connsiteX1-29" fmla="*/ 0 w 9117727"/>
              <a:gd name="connsiteY1-30" fmla="*/ 184001 h 1044575"/>
              <a:gd name="connsiteX2-31" fmla="*/ 0 w 9117727"/>
              <a:gd name="connsiteY2-32" fmla="*/ 174099 h 1044575"/>
              <a:gd name="connsiteX3-33" fmla="*/ 174099 w 9117727"/>
              <a:gd name="connsiteY3-34" fmla="*/ 0 h 1044575"/>
              <a:gd name="connsiteX4-35" fmla="*/ 8943628 w 9117727"/>
              <a:gd name="connsiteY4-36" fmla="*/ 0 h 1044575"/>
              <a:gd name="connsiteX5-37" fmla="*/ 9117727 w 9117727"/>
              <a:gd name="connsiteY5-38" fmla="*/ 174099 h 1044575"/>
              <a:gd name="connsiteX6-39" fmla="*/ 9117727 w 9117727"/>
              <a:gd name="connsiteY6-40" fmla="*/ 870476 h 1044575"/>
              <a:gd name="connsiteX7-41" fmla="*/ 8943628 w 9117727"/>
              <a:gd name="connsiteY7-42" fmla="*/ 1044575 h 1044575"/>
              <a:gd name="connsiteX8-43" fmla="*/ 174099 w 9117727"/>
              <a:gd name="connsiteY8-44" fmla="*/ 1044575 h 1044575"/>
              <a:gd name="connsiteX9-45" fmla="*/ 50993 w 9117727"/>
              <a:gd name="connsiteY9-46" fmla="*/ 993583 h 1044575"/>
              <a:gd name="connsiteX10-47" fmla="*/ 16872 w 9117727"/>
              <a:gd name="connsiteY10-48" fmla="*/ 942975 h 1044575"/>
              <a:gd name="connsiteX11-49" fmla="*/ 160751 w 9117727"/>
              <a:gd name="connsiteY11-50" fmla="*/ 942975 h 1044575"/>
              <a:gd name="connsiteX0-51" fmla="*/ 0 w 9117727"/>
              <a:gd name="connsiteY0-52" fmla="*/ 184001 h 1044575"/>
              <a:gd name="connsiteX1-53" fmla="*/ 0 w 9117727"/>
              <a:gd name="connsiteY1-54" fmla="*/ 174099 h 1044575"/>
              <a:gd name="connsiteX2-55" fmla="*/ 174099 w 9117727"/>
              <a:gd name="connsiteY2-56" fmla="*/ 0 h 1044575"/>
              <a:gd name="connsiteX3-57" fmla="*/ 8943628 w 9117727"/>
              <a:gd name="connsiteY3-58" fmla="*/ 0 h 1044575"/>
              <a:gd name="connsiteX4-59" fmla="*/ 9117727 w 9117727"/>
              <a:gd name="connsiteY4-60" fmla="*/ 174099 h 1044575"/>
              <a:gd name="connsiteX5-61" fmla="*/ 9117727 w 9117727"/>
              <a:gd name="connsiteY5-62" fmla="*/ 870476 h 1044575"/>
              <a:gd name="connsiteX6-63" fmla="*/ 8943628 w 9117727"/>
              <a:gd name="connsiteY6-64" fmla="*/ 1044575 h 1044575"/>
              <a:gd name="connsiteX7-65" fmla="*/ 174099 w 9117727"/>
              <a:gd name="connsiteY7-66" fmla="*/ 1044575 h 1044575"/>
              <a:gd name="connsiteX8-67" fmla="*/ 50993 w 9117727"/>
              <a:gd name="connsiteY8-68" fmla="*/ 993583 h 1044575"/>
              <a:gd name="connsiteX9-69" fmla="*/ 16872 w 9117727"/>
              <a:gd name="connsiteY9-70" fmla="*/ 942975 h 1044575"/>
              <a:gd name="connsiteX10-71" fmla="*/ 160751 w 9117727"/>
              <a:gd name="connsiteY10-72" fmla="*/ 942975 h 1044575"/>
              <a:gd name="connsiteX0-73" fmla="*/ 0 w 9117727"/>
              <a:gd name="connsiteY0-74" fmla="*/ 184001 h 1044575"/>
              <a:gd name="connsiteX1-75" fmla="*/ 0 w 9117727"/>
              <a:gd name="connsiteY1-76" fmla="*/ 174099 h 1044575"/>
              <a:gd name="connsiteX2-77" fmla="*/ 174099 w 9117727"/>
              <a:gd name="connsiteY2-78" fmla="*/ 0 h 1044575"/>
              <a:gd name="connsiteX3-79" fmla="*/ 8943628 w 9117727"/>
              <a:gd name="connsiteY3-80" fmla="*/ 0 h 1044575"/>
              <a:gd name="connsiteX4-81" fmla="*/ 9117727 w 9117727"/>
              <a:gd name="connsiteY4-82" fmla="*/ 174099 h 1044575"/>
              <a:gd name="connsiteX5-83" fmla="*/ 9117727 w 9117727"/>
              <a:gd name="connsiteY5-84" fmla="*/ 870476 h 1044575"/>
              <a:gd name="connsiteX6-85" fmla="*/ 8943628 w 9117727"/>
              <a:gd name="connsiteY6-86" fmla="*/ 1044575 h 1044575"/>
              <a:gd name="connsiteX7-87" fmla="*/ 174099 w 9117727"/>
              <a:gd name="connsiteY7-88" fmla="*/ 1044575 h 1044575"/>
              <a:gd name="connsiteX8-89" fmla="*/ 50993 w 9117727"/>
              <a:gd name="connsiteY8-90" fmla="*/ 993583 h 1044575"/>
              <a:gd name="connsiteX9-91" fmla="*/ 16872 w 9117727"/>
              <a:gd name="connsiteY9-92" fmla="*/ 942975 h 10445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9117727" h="1044575">
                <a:moveTo>
                  <a:pt x="0" y="184001"/>
                </a:moveTo>
                <a:lnTo>
                  <a:pt x="0" y="174099"/>
                </a:lnTo>
                <a:cubicBezTo>
                  <a:pt x="0" y="77947"/>
                  <a:pt x="77947" y="0"/>
                  <a:pt x="174099" y="0"/>
                </a:cubicBezTo>
                <a:lnTo>
                  <a:pt x="8943628" y="0"/>
                </a:lnTo>
                <a:cubicBezTo>
                  <a:pt x="9039780" y="0"/>
                  <a:pt x="9117727" y="77947"/>
                  <a:pt x="9117727" y="174099"/>
                </a:cubicBezTo>
                <a:lnTo>
                  <a:pt x="9117727" y="870476"/>
                </a:lnTo>
                <a:cubicBezTo>
                  <a:pt x="9117727" y="966628"/>
                  <a:pt x="9039780" y="1044575"/>
                  <a:pt x="8943628" y="1044575"/>
                </a:cubicBezTo>
                <a:lnTo>
                  <a:pt x="174099" y="1044575"/>
                </a:lnTo>
                <a:cubicBezTo>
                  <a:pt x="126023" y="1044575"/>
                  <a:pt x="82499" y="1025089"/>
                  <a:pt x="50993" y="993583"/>
                </a:cubicBezTo>
                <a:lnTo>
                  <a:pt x="16872" y="942975"/>
                </a:lnTo>
              </a:path>
            </a:pathLst>
          </a:custGeom>
          <a:noFill/>
          <a:ln w="19050">
            <a:solidFill>
              <a:srgbClr val="317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1328725" y="1258099"/>
            <a:ext cx="8358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r>
              <a:rPr kumimoji="1" lang="zh-CN" altLang="en-US" sz="2800" dirty="0">
                <a:solidFill>
                  <a:srgbClr val="0157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变速直线运动中位置函数与速度函数的联系</a:t>
            </a:r>
            <a:r>
              <a:rPr kumimoji="1" lang="en-US" altLang="zh-CN" sz="2800" dirty="0">
                <a:solidFill>
                  <a:srgbClr val="0157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kumimoji="1" lang="zh-CN" altLang="en-US" sz="2800" dirty="0">
              <a:solidFill>
                <a:srgbClr val="0157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2"/>
          <p:cNvSpPr>
            <a:spLocks noChangeArrowheads="1"/>
          </p:cNvSpPr>
          <p:nvPr/>
        </p:nvSpPr>
        <p:spPr bwMode="auto">
          <a:xfrm>
            <a:off x="3811344" y="5667810"/>
            <a:ext cx="4533900" cy="144462"/>
          </a:xfrm>
          <a:prstGeom prst="bracketPair">
            <a:avLst>
              <a:gd name="adj" fmla="val 16667"/>
            </a:avLst>
          </a:prstGeom>
          <a:solidFill>
            <a:srgbClr val="2B84CD"/>
          </a:solidFill>
          <a:ln w="19050">
            <a:solidFill>
              <a:srgbClr val="FFFFFF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" name="Group 3"/>
          <p:cNvGrpSpPr/>
          <p:nvPr/>
        </p:nvGrpSpPr>
        <p:grpSpPr bwMode="auto">
          <a:xfrm>
            <a:off x="1968256" y="5588435"/>
            <a:ext cx="8153400" cy="579437"/>
            <a:chOff x="336" y="3740"/>
            <a:chExt cx="5136" cy="365"/>
          </a:xfrm>
        </p:grpSpPr>
        <p:sp>
          <p:nvSpPr>
            <p:cNvPr id="12" name="Line 4"/>
            <p:cNvSpPr>
              <a:spLocks noChangeShapeType="1"/>
            </p:cNvSpPr>
            <p:nvPr/>
          </p:nvSpPr>
          <p:spPr bwMode="auto">
            <a:xfrm>
              <a:off x="336" y="3840"/>
              <a:ext cx="5088" cy="0"/>
            </a:xfrm>
            <a:prstGeom prst="line">
              <a:avLst/>
            </a:prstGeom>
            <a:noFill/>
            <a:ln w="34925">
              <a:solidFill>
                <a:schemeClr val="tx2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5"/>
            <p:cNvSpPr>
              <a:spLocks noChangeShapeType="1"/>
            </p:cNvSpPr>
            <p:nvPr/>
          </p:nvSpPr>
          <p:spPr bwMode="auto">
            <a:xfrm>
              <a:off x="624" y="3740"/>
              <a:ext cx="0" cy="91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" name="Object 6"/>
            <p:cNvGraphicFramePr>
              <a:graphicFrameLocks noChangeAspect="1"/>
            </p:cNvGraphicFramePr>
            <p:nvPr/>
          </p:nvGraphicFramePr>
          <p:xfrm>
            <a:off x="520" y="3840"/>
            <a:ext cx="209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962400" imgH="4267200" progId="Equation.DSMT4">
                    <p:embed/>
                  </p:oleObj>
                </mc:Choice>
                <mc:Fallback>
                  <p:oleObj name="Equation" r:id="rId2" imgW="3962400" imgH="4267200" progId="Equation.DSMT4">
                    <p:embed/>
                    <p:pic>
                      <p:nvPicPr>
                        <p:cNvPr id="0" name="图片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0" y="3840"/>
                          <a:ext cx="209" cy="2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7"/>
            <p:cNvGraphicFramePr>
              <a:graphicFrameLocks noChangeAspect="1"/>
            </p:cNvGraphicFramePr>
            <p:nvPr/>
          </p:nvGraphicFramePr>
          <p:xfrm>
            <a:off x="5280" y="3880"/>
            <a:ext cx="192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657600" imgH="4267200" progId="Equation.DSMT4">
                    <p:embed/>
                  </p:oleObj>
                </mc:Choice>
                <mc:Fallback>
                  <p:oleObj name="Equation" r:id="rId4" imgW="3657600" imgH="4267200" progId="Equation.DSMT4">
                    <p:embed/>
                    <p:pic>
                      <p:nvPicPr>
                        <p:cNvPr id="0" name="图片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0" y="3880"/>
                          <a:ext cx="192" cy="2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Group 9"/>
          <p:cNvGrpSpPr/>
          <p:nvPr/>
        </p:nvGrpSpPr>
        <p:grpSpPr bwMode="auto">
          <a:xfrm>
            <a:off x="3428756" y="5540810"/>
            <a:ext cx="736600" cy="617537"/>
            <a:chOff x="1256" y="3716"/>
            <a:chExt cx="464" cy="389"/>
          </a:xfrm>
        </p:grpSpPr>
        <p:sp>
          <p:nvSpPr>
            <p:cNvPr id="19" name="Line 10"/>
            <p:cNvSpPr>
              <a:spLocks noChangeShapeType="1"/>
            </p:cNvSpPr>
            <p:nvPr/>
          </p:nvSpPr>
          <p:spPr bwMode="auto">
            <a:xfrm>
              <a:off x="1488" y="3716"/>
              <a:ext cx="0" cy="136"/>
            </a:xfrm>
            <a:prstGeom prst="line">
              <a:avLst/>
            </a:prstGeom>
            <a:noFill/>
            <a:ln w="25400">
              <a:solidFill>
                <a:srgbClr val="0157A8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" name="Object 11"/>
            <p:cNvGraphicFramePr>
              <a:graphicFrameLocks noChangeAspect="1"/>
            </p:cNvGraphicFramePr>
            <p:nvPr/>
          </p:nvGraphicFramePr>
          <p:xfrm>
            <a:off x="1256" y="3864"/>
            <a:ext cx="464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8839200" imgH="4572000" progId="Equation.DSMT4">
                    <p:embed/>
                  </p:oleObj>
                </mc:Choice>
                <mc:Fallback>
                  <p:oleObj name="Equation" r:id="rId6" imgW="8839200" imgH="4572000" progId="Equation.DSMT4">
                    <p:embed/>
                    <p:pic>
                      <p:nvPicPr>
                        <p:cNvPr id="0" name="图片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6" y="3864"/>
                          <a:ext cx="464" cy="24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Group 12"/>
          <p:cNvGrpSpPr/>
          <p:nvPr/>
        </p:nvGrpSpPr>
        <p:grpSpPr bwMode="auto">
          <a:xfrm>
            <a:off x="7988056" y="5550335"/>
            <a:ext cx="736600" cy="617537"/>
            <a:chOff x="4128" y="3716"/>
            <a:chExt cx="464" cy="389"/>
          </a:xfrm>
        </p:grpSpPr>
        <p:sp>
          <p:nvSpPr>
            <p:cNvPr id="23" name="Line 13"/>
            <p:cNvSpPr>
              <a:spLocks noChangeShapeType="1"/>
            </p:cNvSpPr>
            <p:nvPr/>
          </p:nvSpPr>
          <p:spPr bwMode="auto">
            <a:xfrm>
              <a:off x="4360" y="3716"/>
              <a:ext cx="0" cy="136"/>
            </a:xfrm>
            <a:prstGeom prst="line">
              <a:avLst/>
            </a:prstGeom>
            <a:noFill/>
            <a:ln w="25400">
              <a:solidFill>
                <a:srgbClr val="0157A8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4" name="Object 14"/>
            <p:cNvGraphicFramePr>
              <a:graphicFrameLocks noChangeAspect="1"/>
            </p:cNvGraphicFramePr>
            <p:nvPr/>
          </p:nvGraphicFramePr>
          <p:xfrm>
            <a:off x="4128" y="3864"/>
            <a:ext cx="464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8839200" imgH="4572000" progId="Equation.DSMT4">
                    <p:embed/>
                  </p:oleObj>
                </mc:Choice>
                <mc:Fallback>
                  <p:oleObj name="Equation" r:id="rId8" imgW="8839200" imgH="4572000" progId="Equation.DSMT4">
                    <p:embed/>
                    <p:pic>
                      <p:nvPicPr>
                        <p:cNvPr id="0" name="图片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3864"/>
                          <a:ext cx="464" cy="24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Line 15"/>
          <p:cNvSpPr>
            <a:spLocks noChangeShapeType="1"/>
          </p:cNvSpPr>
          <p:nvPr/>
        </p:nvSpPr>
        <p:spPr bwMode="auto">
          <a:xfrm>
            <a:off x="2433394" y="5604310"/>
            <a:ext cx="1366837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tailEnd type="arrow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Line 16"/>
          <p:cNvSpPr>
            <a:spLocks noChangeShapeType="1"/>
          </p:cNvSpPr>
          <p:nvPr/>
        </p:nvSpPr>
        <p:spPr bwMode="auto">
          <a:xfrm>
            <a:off x="2301630" y="5836253"/>
            <a:ext cx="5938838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tailEnd type="arrow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Text Box 3"/>
          <p:cNvSpPr txBox="1">
            <a:spLocks noChangeArrowheads="1"/>
          </p:cNvSpPr>
          <p:nvPr/>
        </p:nvSpPr>
        <p:spPr bwMode="auto">
          <a:xfrm>
            <a:off x="4237832" y="3022426"/>
            <a:ext cx="251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dirty="0">
                <a:latin typeface="+mn-ea"/>
                <a:ea typeface="+mn-ea"/>
              </a:rPr>
              <a:t>运动路程为：</a:t>
            </a:r>
          </a:p>
        </p:txBody>
      </p:sp>
      <p:graphicFrame>
        <p:nvGraphicFramePr>
          <p:cNvPr id="29" name="Object 4"/>
          <p:cNvGraphicFramePr>
            <a:graphicFrameLocks noChangeAspect="1"/>
          </p:cNvGraphicFramePr>
          <p:nvPr/>
        </p:nvGraphicFramePr>
        <p:xfrm>
          <a:off x="6243089" y="2879725"/>
          <a:ext cx="1414462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822400" imgH="15240000" progId="Equation.DSMT4">
                  <p:embed/>
                </p:oleObj>
              </mc:Choice>
              <mc:Fallback>
                <p:oleObj name="Equation" r:id="rId10" imgW="26822400" imgH="15240000" progId="Equation.DSMT4">
                  <p:embed/>
                  <p:pic>
                    <p:nvPicPr>
                      <p:cNvPr id="0" name="图片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3089" y="2879725"/>
                        <a:ext cx="1414462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5"/>
          <p:cNvGraphicFramePr>
            <a:graphicFrameLocks noChangeAspect="1"/>
          </p:cNvGraphicFramePr>
          <p:nvPr/>
        </p:nvGraphicFramePr>
        <p:xfrm>
          <a:off x="1414450" y="2139209"/>
          <a:ext cx="10482275" cy="1284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2" imgW="9875520" imgH="1216025" progId="Word.Document.8">
                  <p:embed/>
                </p:oleObj>
              </mc:Choice>
              <mc:Fallback>
                <p:oleObj name="Document" r:id="rId12" imgW="9875520" imgH="1216025" progId="Word.Document.8">
                  <p:embed/>
                  <p:pic>
                    <p:nvPicPr>
                      <p:cNvPr id="0" name="图片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4450" y="2139209"/>
                        <a:ext cx="10482275" cy="12846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Box 6"/>
          <p:cNvSpPr txBox="1">
            <a:spLocks noChangeArrowheads="1"/>
          </p:cNvSpPr>
          <p:nvPr/>
        </p:nvSpPr>
        <p:spPr bwMode="auto">
          <a:xfrm>
            <a:off x="1414450" y="3808884"/>
            <a:ext cx="60340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dirty="0">
                <a:latin typeface="+mn-ea"/>
                <a:ea typeface="+mn-ea"/>
              </a:rPr>
              <a:t>又设位置函数为</a:t>
            </a:r>
            <a:r>
              <a:rPr kumimoji="1" lang="en-US" altLang="zh-CN" sz="2400" dirty="0">
                <a:latin typeface="+mn-ea"/>
                <a:ea typeface="+mn-ea"/>
              </a:rPr>
              <a:t>s(t)</a:t>
            </a:r>
            <a:r>
              <a:rPr kumimoji="1" lang="zh-CN" altLang="en-US" sz="2400" dirty="0">
                <a:latin typeface="+mn-ea"/>
                <a:ea typeface="+mn-ea"/>
              </a:rPr>
              <a:t>，则路程为：</a:t>
            </a:r>
          </a:p>
        </p:txBody>
      </p:sp>
      <p:graphicFrame>
        <p:nvGraphicFramePr>
          <p:cNvPr id="34" name="Object 7"/>
          <p:cNvGraphicFramePr>
            <a:graphicFrameLocks noChangeAspect="1"/>
          </p:cNvGraphicFramePr>
          <p:nvPr/>
        </p:nvGraphicFramePr>
        <p:xfrm>
          <a:off x="5916601" y="3865091"/>
          <a:ext cx="158273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5661600" imgH="9144000" progId="Equation.DSMT4">
                  <p:embed/>
                </p:oleObj>
              </mc:Choice>
              <mc:Fallback>
                <p:oleObj name="Equation" r:id="rId14" imgW="35661600" imgH="9144000" progId="Equation.DSMT4">
                  <p:embed/>
                  <p:pic>
                    <p:nvPicPr>
                      <p:cNvPr id="0" name="图片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6601" y="3865091"/>
                        <a:ext cx="158273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9"/>
          <p:cNvGraphicFramePr>
            <a:graphicFrameLocks noChangeAspect="1"/>
          </p:cNvGraphicFramePr>
          <p:nvPr/>
        </p:nvGraphicFramePr>
        <p:xfrm>
          <a:off x="4237832" y="4472368"/>
          <a:ext cx="3716337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5895200" imgH="15240000" progId="Equation.DSMT4">
                  <p:embed/>
                </p:oleObj>
              </mc:Choice>
              <mc:Fallback>
                <p:oleObj name="Equation" r:id="rId16" imgW="75895200" imgH="15240000" progId="Equation.DSMT4">
                  <p:embed/>
                  <p:pic>
                    <p:nvPicPr>
                      <p:cNvPr id="0" name="图片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7832" y="4472368"/>
                        <a:ext cx="3716337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6" presetClass="entr" presetSubtype="37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5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27" grpId="0" animBg="1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（一）问题的提出</a:t>
            </a:r>
          </a:p>
        </p:txBody>
      </p:sp>
      <p:graphicFrame>
        <p:nvGraphicFramePr>
          <p:cNvPr id="3" name="Object 7"/>
          <p:cNvGraphicFramePr>
            <a:graphicFrameLocks noChangeAspect="1"/>
          </p:cNvGraphicFramePr>
          <p:nvPr/>
        </p:nvGraphicFramePr>
        <p:xfrm>
          <a:off x="4237831" y="1543050"/>
          <a:ext cx="3716338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5895200" imgH="15240000" progId="Equation.DSMT4">
                  <p:embed/>
                </p:oleObj>
              </mc:Choice>
              <mc:Fallback>
                <p:oleObj name="Equation" r:id="rId2" imgW="75895200" imgH="152400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7831" y="1543050"/>
                        <a:ext cx="3716338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3290888" y="2823369"/>
          <a:ext cx="4729162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4792800" imgH="8534400" progId="Equation.DSMT4">
                  <p:embed/>
                </p:oleObj>
              </mc:Choice>
              <mc:Fallback>
                <p:oleObj name="Equation" r:id="rId4" imgW="94792800" imgH="85344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0888" y="2823369"/>
                        <a:ext cx="4729162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3290888" y="3512028"/>
          <a:ext cx="2982912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056000" imgH="15240000" progId="Equation.DSMT4">
                  <p:embed/>
                </p:oleObj>
              </mc:Choice>
              <mc:Fallback>
                <p:oleObj name="Equation" r:id="rId6" imgW="67056000" imgH="152400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0888" y="3512028"/>
                        <a:ext cx="2982912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3290888" y="4451511"/>
          <a:ext cx="3975100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6563200" imgH="9144000" progId="Equation.DSMT4">
                  <p:embed/>
                </p:oleObj>
              </mc:Choice>
              <mc:Fallback>
                <p:oleObj name="Equation" r:id="rId8" imgW="86563200" imgH="9144000" progId="Equation.DSMT4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0888" y="4451511"/>
                        <a:ext cx="3975100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/>
          <p:cNvGraphicFramePr>
            <a:graphicFrameLocks noChangeAspect="1"/>
          </p:cNvGraphicFramePr>
          <p:nvPr/>
        </p:nvGraphicFramePr>
        <p:xfrm>
          <a:off x="3290888" y="5133820"/>
          <a:ext cx="49466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6375200" imgH="9753600" progId="Equation.DSMT4">
                  <p:embed/>
                </p:oleObj>
              </mc:Choice>
              <mc:Fallback>
                <p:oleObj name="Equation" r:id="rId10" imgW="106375200" imgH="9753600" progId="Equation.DSMT4">
                  <p:embed/>
                  <p:pic>
                    <p:nvPicPr>
                      <p:cNvPr id="0" name="图片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0888" y="5133820"/>
                        <a:ext cx="49466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（一）问题的提出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854906" y="2826037"/>
            <a:ext cx="436247" cy="535675"/>
            <a:chOff x="8583900" y="485775"/>
            <a:chExt cx="2260880" cy="2776171"/>
          </a:xfrm>
        </p:grpSpPr>
        <p:grpSp>
          <p:nvGrpSpPr>
            <p:cNvPr id="4" name="组合 3"/>
            <p:cNvGrpSpPr/>
            <p:nvPr/>
          </p:nvGrpSpPr>
          <p:grpSpPr>
            <a:xfrm>
              <a:off x="8969009" y="485775"/>
              <a:ext cx="1404938" cy="2270125"/>
              <a:chOff x="8969009" y="485775"/>
              <a:chExt cx="1404938" cy="2270125"/>
            </a:xfrm>
          </p:grpSpPr>
          <p:sp>
            <p:nvSpPr>
              <p:cNvPr id="6" name="î$ḷîḑe"/>
              <p:cNvSpPr/>
              <p:nvPr/>
            </p:nvSpPr>
            <p:spPr bwMode="auto">
              <a:xfrm>
                <a:off x="9054734" y="485775"/>
                <a:ext cx="1319213" cy="2270125"/>
              </a:xfrm>
              <a:custGeom>
                <a:avLst/>
                <a:gdLst>
                  <a:gd name="T0" fmla="*/ 241 w 400"/>
                  <a:gd name="T1" fmla="*/ 407 h 689"/>
                  <a:gd name="T2" fmla="*/ 241 w 400"/>
                  <a:gd name="T3" fmla="*/ 472 h 689"/>
                  <a:gd name="T4" fmla="*/ 192 w 400"/>
                  <a:gd name="T5" fmla="*/ 520 h 689"/>
                  <a:gd name="T6" fmla="*/ 144 w 400"/>
                  <a:gd name="T7" fmla="*/ 472 h 689"/>
                  <a:gd name="T8" fmla="*/ 144 w 400"/>
                  <a:gd name="T9" fmla="*/ 369 h 689"/>
                  <a:gd name="T10" fmla="*/ 145 w 400"/>
                  <a:gd name="T11" fmla="*/ 367 h 689"/>
                  <a:gd name="T12" fmla="*/ 144 w 400"/>
                  <a:gd name="T13" fmla="*/ 365 h 689"/>
                  <a:gd name="T14" fmla="*/ 192 w 400"/>
                  <a:gd name="T15" fmla="*/ 317 h 689"/>
                  <a:gd name="T16" fmla="*/ 305 w 400"/>
                  <a:gd name="T17" fmla="*/ 207 h 689"/>
                  <a:gd name="T18" fmla="*/ 192 w 400"/>
                  <a:gd name="T19" fmla="*/ 96 h 689"/>
                  <a:gd name="T20" fmla="*/ 98 w 400"/>
                  <a:gd name="T21" fmla="*/ 150 h 689"/>
                  <a:gd name="T22" fmla="*/ 31 w 400"/>
                  <a:gd name="T23" fmla="*/ 168 h 689"/>
                  <a:gd name="T24" fmla="*/ 14 w 400"/>
                  <a:gd name="T25" fmla="*/ 102 h 689"/>
                  <a:gd name="T26" fmla="*/ 192 w 400"/>
                  <a:gd name="T27" fmla="*/ 0 h 689"/>
                  <a:gd name="T28" fmla="*/ 400 w 400"/>
                  <a:gd name="T29" fmla="*/ 207 h 689"/>
                  <a:gd name="T30" fmla="*/ 241 w 400"/>
                  <a:gd name="T31" fmla="*/ 407 h 689"/>
                  <a:gd name="T32" fmla="*/ 241 w 400"/>
                  <a:gd name="T33" fmla="*/ 623 h 689"/>
                  <a:gd name="T34" fmla="*/ 241 w 400"/>
                  <a:gd name="T35" fmla="*/ 641 h 689"/>
                  <a:gd name="T36" fmla="*/ 192 w 400"/>
                  <a:gd name="T37" fmla="*/ 689 h 689"/>
                  <a:gd name="T38" fmla="*/ 144 w 400"/>
                  <a:gd name="T39" fmla="*/ 641 h 689"/>
                  <a:gd name="T40" fmla="*/ 144 w 400"/>
                  <a:gd name="T41" fmla="*/ 623 h 689"/>
                  <a:gd name="T42" fmla="*/ 192 w 400"/>
                  <a:gd name="T43" fmla="*/ 575 h 689"/>
                  <a:gd name="T44" fmla="*/ 241 w 400"/>
                  <a:gd name="T45" fmla="*/ 623 h 6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00" h="689">
                    <a:moveTo>
                      <a:pt x="241" y="407"/>
                    </a:moveTo>
                    <a:cubicBezTo>
                      <a:pt x="241" y="472"/>
                      <a:pt x="241" y="472"/>
                      <a:pt x="241" y="472"/>
                    </a:cubicBezTo>
                    <a:cubicBezTo>
                      <a:pt x="241" y="499"/>
                      <a:pt x="220" y="520"/>
                      <a:pt x="192" y="520"/>
                    </a:cubicBezTo>
                    <a:cubicBezTo>
                      <a:pt x="167" y="520"/>
                      <a:pt x="144" y="499"/>
                      <a:pt x="144" y="472"/>
                    </a:cubicBezTo>
                    <a:cubicBezTo>
                      <a:pt x="144" y="369"/>
                      <a:pt x="144" y="369"/>
                      <a:pt x="144" y="369"/>
                    </a:cubicBezTo>
                    <a:cubicBezTo>
                      <a:pt x="144" y="368"/>
                      <a:pt x="145" y="368"/>
                      <a:pt x="145" y="367"/>
                    </a:cubicBezTo>
                    <a:cubicBezTo>
                      <a:pt x="144" y="366"/>
                      <a:pt x="144" y="366"/>
                      <a:pt x="144" y="365"/>
                    </a:cubicBezTo>
                    <a:cubicBezTo>
                      <a:pt x="144" y="340"/>
                      <a:pt x="167" y="317"/>
                      <a:pt x="192" y="317"/>
                    </a:cubicBezTo>
                    <a:cubicBezTo>
                      <a:pt x="254" y="317"/>
                      <a:pt x="305" y="268"/>
                      <a:pt x="305" y="207"/>
                    </a:cubicBezTo>
                    <a:cubicBezTo>
                      <a:pt x="305" y="144"/>
                      <a:pt x="254" y="96"/>
                      <a:pt x="192" y="96"/>
                    </a:cubicBezTo>
                    <a:cubicBezTo>
                      <a:pt x="152" y="96"/>
                      <a:pt x="116" y="118"/>
                      <a:pt x="98" y="150"/>
                    </a:cubicBezTo>
                    <a:cubicBezTo>
                      <a:pt x="84" y="174"/>
                      <a:pt x="54" y="182"/>
                      <a:pt x="31" y="168"/>
                    </a:cubicBezTo>
                    <a:cubicBezTo>
                      <a:pt x="8" y="154"/>
                      <a:pt x="0" y="126"/>
                      <a:pt x="14" y="102"/>
                    </a:cubicBezTo>
                    <a:cubicBezTo>
                      <a:pt x="49" y="41"/>
                      <a:pt x="116" y="0"/>
                      <a:pt x="192" y="0"/>
                    </a:cubicBezTo>
                    <a:cubicBezTo>
                      <a:pt x="307" y="0"/>
                      <a:pt x="400" y="92"/>
                      <a:pt x="400" y="207"/>
                    </a:cubicBezTo>
                    <a:cubicBezTo>
                      <a:pt x="400" y="304"/>
                      <a:pt x="332" y="386"/>
                      <a:pt x="241" y="407"/>
                    </a:cubicBezTo>
                    <a:close/>
                    <a:moveTo>
                      <a:pt x="241" y="623"/>
                    </a:moveTo>
                    <a:cubicBezTo>
                      <a:pt x="241" y="641"/>
                      <a:pt x="241" y="641"/>
                      <a:pt x="241" y="641"/>
                    </a:cubicBezTo>
                    <a:cubicBezTo>
                      <a:pt x="241" y="669"/>
                      <a:pt x="220" y="689"/>
                      <a:pt x="192" y="689"/>
                    </a:cubicBezTo>
                    <a:cubicBezTo>
                      <a:pt x="167" y="689"/>
                      <a:pt x="144" y="669"/>
                      <a:pt x="144" y="641"/>
                    </a:cubicBezTo>
                    <a:cubicBezTo>
                      <a:pt x="144" y="623"/>
                      <a:pt x="144" y="623"/>
                      <a:pt x="144" y="623"/>
                    </a:cubicBezTo>
                    <a:cubicBezTo>
                      <a:pt x="144" y="597"/>
                      <a:pt x="167" y="575"/>
                      <a:pt x="192" y="575"/>
                    </a:cubicBezTo>
                    <a:cubicBezTo>
                      <a:pt x="220" y="575"/>
                      <a:pt x="241" y="597"/>
                      <a:pt x="241" y="623"/>
                    </a:cubicBez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7" name="ïṥļiďé"/>
              <p:cNvSpPr/>
              <p:nvPr/>
            </p:nvSpPr>
            <p:spPr bwMode="auto">
              <a:xfrm>
                <a:off x="8969009" y="485775"/>
                <a:ext cx="1319213" cy="2270125"/>
              </a:xfrm>
              <a:custGeom>
                <a:avLst/>
                <a:gdLst>
                  <a:gd name="T0" fmla="*/ 240 w 400"/>
                  <a:gd name="T1" fmla="*/ 407 h 689"/>
                  <a:gd name="T2" fmla="*/ 240 w 400"/>
                  <a:gd name="T3" fmla="*/ 472 h 689"/>
                  <a:gd name="T4" fmla="*/ 192 w 400"/>
                  <a:gd name="T5" fmla="*/ 520 h 689"/>
                  <a:gd name="T6" fmla="*/ 144 w 400"/>
                  <a:gd name="T7" fmla="*/ 472 h 689"/>
                  <a:gd name="T8" fmla="*/ 144 w 400"/>
                  <a:gd name="T9" fmla="*/ 369 h 689"/>
                  <a:gd name="T10" fmla="*/ 145 w 400"/>
                  <a:gd name="T11" fmla="*/ 367 h 689"/>
                  <a:gd name="T12" fmla="*/ 144 w 400"/>
                  <a:gd name="T13" fmla="*/ 365 h 689"/>
                  <a:gd name="T14" fmla="*/ 192 w 400"/>
                  <a:gd name="T15" fmla="*/ 317 h 689"/>
                  <a:gd name="T16" fmla="*/ 304 w 400"/>
                  <a:gd name="T17" fmla="*/ 207 h 689"/>
                  <a:gd name="T18" fmla="*/ 192 w 400"/>
                  <a:gd name="T19" fmla="*/ 96 h 689"/>
                  <a:gd name="T20" fmla="*/ 97 w 400"/>
                  <a:gd name="T21" fmla="*/ 150 h 689"/>
                  <a:gd name="T22" fmla="*/ 30 w 400"/>
                  <a:gd name="T23" fmla="*/ 168 h 689"/>
                  <a:gd name="T24" fmla="*/ 14 w 400"/>
                  <a:gd name="T25" fmla="*/ 102 h 689"/>
                  <a:gd name="T26" fmla="*/ 192 w 400"/>
                  <a:gd name="T27" fmla="*/ 0 h 689"/>
                  <a:gd name="T28" fmla="*/ 400 w 400"/>
                  <a:gd name="T29" fmla="*/ 207 h 689"/>
                  <a:gd name="T30" fmla="*/ 240 w 400"/>
                  <a:gd name="T31" fmla="*/ 407 h 689"/>
                  <a:gd name="T32" fmla="*/ 240 w 400"/>
                  <a:gd name="T33" fmla="*/ 623 h 689"/>
                  <a:gd name="T34" fmla="*/ 240 w 400"/>
                  <a:gd name="T35" fmla="*/ 641 h 689"/>
                  <a:gd name="T36" fmla="*/ 192 w 400"/>
                  <a:gd name="T37" fmla="*/ 689 h 689"/>
                  <a:gd name="T38" fmla="*/ 144 w 400"/>
                  <a:gd name="T39" fmla="*/ 641 h 689"/>
                  <a:gd name="T40" fmla="*/ 144 w 400"/>
                  <a:gd name="T41" fmla="*/ 623 h 689"/>
                  <a:gd name="T42" fmla="*/ 192 w 400"/>
                  <a:gd name="T43" fmla="*/ 575 h 689"/>
                  <a:gd name="T44" fmla="*/ 240 w 400"/>
                  <a:gd name="T45" fmla="*/ 623 h 6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00" h="689">
                    <a:moveTo>
                      <a:pt x="240" y="407"/>
                    </a:moveTo>
                    <a:cubicBezTo>
                      <a:pt x="240" y="472"/>
                      <a:pt x="240" y="472"/>
                      <a:pt x="240" y="472"/>
                    </a:cubicBezTo>
                    <a:cubicBezTo>
                      <a:pt x="240" y="499"/>
                      <a:pt x="220" y="520"/>
                      <a:pt x="192" y="520"/>
                    </a:cubicBezTo>
                    <a:cubicBezTo>
                      <a:pt x="166" y="520"/>
                      <a:pt x="144" y="499"/>
                      <a:pt x="144" y="472"/>
                    </a:cubicBezTo>
                    <a:cubicBezTo>
                      <a:pt x="144" y="369"/>
                      <a:pt x="144" y="369"/>
                      <a:pt x="144" y="369"/>
                    </a:cubicBezTo>
                    <a:cubicBezTo>
                      <a:pt x="144" y="368"/>
                      <a:pt x="145" y="368"/>
                      <a:pt x="145" y="367"/>
                    </a:cubicBezTo>
                    <a:cubicBezTo>
                      <a:pt x="144" y="366"/>
                      <a:pt x="144" y="366"/>
                      <a:pt x="144" y="365"/>
                    </a:cubicBezTo>
                    <a:cubicBezTo>
                      <a:pt x="144" y="340"/>
                      <a:pt x="166" y="317"/>
                      <a:pt x="192" y="317"/>
                    </a:cubicBezTo>
                    <a:cubicBezTo>
                      <a:pt x="254" y="317"/>
                      <a:pt x="304" y="268"/>
                      <a:pt x="304" y="207"/>
                    </a:cubicBezTo>
                    <a:cubicBezTo>
                      <a:pt x="304" y="144"/>
                      <a:pt x="254" y="96"/>
                      <a:pt x="192" y="96"/>
                    </a:cubicBezTo>
                    <a:cubicBezTo>
                      <a:pt x="152" y="96"/>
                      <a:pt x="116" y="118"/>
                      <a:pt x="97" y="150"/>
                    </a:cubicBezTo>
                    <a:cubicBezTo>
                      <a:pt x="84" y="174"/>
                      <a:pt x="54" y="182"/>
                      <a:pt x="30" y="168"/>
                    </a:cubicBezTo>
                    <a:cubicBezTo>
                      <a:pt x="8" y="154"/>
                      <a:pt x="0" y="126"/>
                      <a:pt x="14" y="102"/>
                    </a:cubicBezTo>
                    <a:cubicBezTo>
                      <a:pt x="49" y="41"/>
                      <a:pt x="116" y="0"/>
                      <a:pt x="192" y="0"/>
                    </a:cubicBezTo>
                    <a:cubicBezTo>
                      <a:pt x="306" y="0"/>
                      <a:pt x="400" y="92"/>
                      <a:pt x="400" y="207"/>
                    </a:cubicBezTo>
                    <a:cubicBezTo>
                      <a:pt x="400" y="304"/>
                      <a:pt x="332" y="386"/>
                      <a:pt x="240" y="407"/>
                    </a:cubicBezTo>
                    <a:close/>
                    <a:moveTo>
                      <a:pt x="240" y="623"/>
                    </a:moveTo>
                    <a:cubicBezTo>
                      <a:pt x="240" y="641"/>
                      <a:pt x="240" y="641"/>
                      <a:pt x="240" y="641"/>
                    </a:cubicBezTo>
                    <a:cubicBezTo>
                      <a:pt x="240" y="669"/>
                      <a:pt x="220" y="689"/>
                      <a:pt x="192" y="689"/>
                    </a:cubicBezTo>
                    <a:cubicBezTo>
                      <a:pt x="166" y="689"/>
                      <a:pt x="144" y="669"/>
                      <a:pt x="144" y="641"/>
                    </a:cubicBezTo>
                    <a:cubicBezTo>
                      <a:pt x="144" y="623"/>
                      <a:pt x="144" y="623"/>
                      <a:pt x="144" y="623"/>
                    </a:cubicBezTo>
                    <a:cubicBezTo>
                      <a:pt x="144" y="597"/>
                      <a:pt x="166" y="575"/>
                      <a:pt x="192" y="575"/>
                    </a:cubicBezTo>
                    <a:cubicBezTo>
                      <a:pt x="220" y="575"/>
                      <a:pt x="240" y="597"/>
                      <a:pt x="240" y="623"/>
                    </a:cubicBezTo>
                    <a:close/>
                  </a:path>
                </a:pathLst>
              </a:custGeom>
              <a:solidFill>
                <a:srgbClr val="EBB0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5" name="椭圆 4"/>
            <p:cNvSpPr/>
            <p:nvPr/>
          </p:nvSpPr>
          <p:spPr>
            <a:xfrm>
              <a:off x="8583900" y="2927838"/>
              <a:ext cx="2260880" cy="33410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任意多边形 7"/>
          <p:cNvSpPr/>
          <p:nvPr/>
        </p:nvSpPr>
        <p:spPr>
          <a:xfrm>
            <a:off x="2056489" y="2308340"/>
            <a:ext cx="8049760" cy="1553973"/>
          </a:xfrm>
          <a:custGeom>
            <a:avLst/>
            <a:gdLst>
              <a:gd name="connsiteX0" fmla="*/ 174099 w 9117727"/>
              <a:gd name="connsiteY0" fmla="*/ 0 h 1044575"/>
              <a:gd name="connsiteX1" fmla="*/ 8943628 w 9117727"/>
              <a:gd name="connsiteY1" fmla="*/ 0 h 1044575"/>
              <a:gd name="connsiteX2" fmla="*/ 9117727 w 9117727"/>
              <a:gd name="connsiteY2" fmla="*/ 174099 h 1044575"/>
              <a:gd name="connsiteX3" fmla="*/ 9117727 w 9117727"/>
              <a:gd name="connsiteY3" fmla="*/ 870476 h 1044575"/>
              <a:gd name="connsiteX4" fmla="*/ 8943628 w 9117727"/>
              <a:gd name="connsiteY4" fmla="*/ 1044575 h 1044575"/>
              <a:gd name="connsiteX5" fmla="*/ 174099 w 9117727"/>
              <a:gd name="connsiteY5" fmla="*/ 1044575 h 1044575"/>
              <a:gd name="connsiteX6" fmla="*/ 50993 w 9117727"/>
              <a:gd name="connsiteY6" fmla="*/ 993583 h 1044575"/>
              <a:gd name="connsiteX7" fmla="*/ 16872 w 9117727"/>
              <a:gd name="connsiteY7" fmla="*/ 942975 h 1044575"/>
              <a:gd name="connsiteX8" fmla="*/ 160751 w 9117727"/>
              <a:gd name="connsiteY8" fmla="*/ 942975 h 1044575"/>
              <a:gd name="connsiteX9" fmla="*/ 160751 w 9117727"/>
              <a:gd name="connsiteY9" fmla="*/ 184001 h 1044575"/>
              <a:gd name="connsiteX10" fmla="*/ 0 w 9117727"/>
              <a:gd name="connsiteY10" fmla="*/ 184001 h 1044575"/>
              <a:gd name="connsiteX11" fmla="*/ 0 w 9117727"/>
              <a:gd name="connsiteY11" fmla="*/ 174099 h 1044575"/>
              <a:gd name="connsiteX12" fmla="*/ 174099 w 9117727"/>
              <a:gd name="connsiteY12" fmla="*/ 0 h 1044575"/>
              <a:gd name="connsiteX0-1" fmla="*/ 160751 w 9117727"/>
              <a:gd name="connsiteY0-2" fmla="*/ 184001 h 1044575"/>
              <a:gd name="connsiteX1-3" fmla="*/ 0 w 9117727"/>
              <a:gd name="connsiteY1-4" fmla="*/ 184001 h 1044575"/>
              <a:gd name="connsiteX2-5" fmla="*/ 0 w 9117727"/>
              <a:gd name="connsiteY2-6" fmla="*/ 174099 h 1044575"/>
              <a:gd name="connsiteX3-7" fmla="*/ 174099 w 9117727"/>
              <a:gd name="connsiteY3-8" fmla="*/ 0 h 1044575"/>
              <a:gd name="connsiteX4-9" fmla="*/ 8943628 w 9117727"/>
              <a:gd name="connsiteY4-10" fmla="*/ 0 h 1044575"/>
              <a:gd name="connsiteX5-11" fmla="*/ 9117727 w 9117727"/>
              <a:gd name="connsiteY5-12" fmla="*/ 174099 h 1044575"/>
              <a:gd name="connsiteX6-13" fmla="*/ 9117727 w 9117727"/>
              <a:gd name="connsiteY6-14" fmla="*/ 870476 h 1044575"/>
              <a:gd name="connsiteX7-15" fmla="*/ 8943628 w 9117727"/>
              <a:gd name="connsiteY7-16" fmla="*/ 1044575 h 1044575"/>
              <a:gd name="connsiteX8-17" fmla="*/ 174099 w 9117727"/>
              <a:gd name="connsiteY8-18" fmla="*/ 1044575 h 1044575"/>
              <a:gd name="connsiteX9-19" fmla="*/ 50993 w 9117727"/>
              <a:gd name="connsiteY9-20" fmla="*/ 993583 h 1044575"/>
              <a:gd name="connsiteX10-21" fmla="*/ 16872 w 9117727"/>
              <a:gd name="connsiteY10-22" fmla="*/ 942975 h 1044575"/>
              <a:gd name="connsiteX11-23" fmla="*/ 160751 w 9117727"/>
              <a:gd name="connsiteY11-24" fmla="*/ 942975 h 1044575"/>
              <a:gd name="connsiteX12-25" fmla="*/ 252191 w 9117727"/>
              <a:gd name="connsiteY12-26" fmla="*/ 275441 h 1044575"/>
              <a:gd name="connsiteX0-27" fmla="*/ 160751 w 9117727"/>
              <a:gd name="connsiteY0-28" fmla="*/ 184001 h 1044575"/>
              <a:gd name="connsiteX1-29" fmla="*/ 0 w 9117727"/>
              <a:gd name="connsiteY1-30" fmla="*/ 184001 h 1044575"/>
              <a:gd name="connsiteX2-31" fmla="*/ 0 w 9117727"/>
              <a:gd name="connsiteY2-32" fmla="*/ 174099 h 1044575"/>
              <a:gd name="connsiteX3-33" fmla="*/ 174099 w 9117727"/>
              <a:gd name="connsiteY3-34" fmla="*/ 0 h 1044575"/>
              <a:gd name="connsiteX4-35" fmla="*/ 8943628 w 9117727"/>
              <a:gd name="connsiteY4-36" fmla="*/ 0 h 1044575"/>
              <a:gd name="connsiteX5-37" fmla="*/ 9117727 w 9117727"/>
              <a:gd name="connsiteY5-38" fmla="*/ 174099 h 1044575"/>
              <a:gd name="connsiteX6-39" fmla="*/ 9117727 w 9117727"/>
              <a:gd name="connsiteY6-40" fmla="*/ 870476 h 1044575"/>
              <a:gd name="connsiteX7-41" fmla="*/ 8943628 w 9117727"/>
              <a:gd name="connsiteY7-42" fmla="*/ 1044575 h 1044575"/>
              <a:gd name="connsiteX8-43" fmla="*/ 174099 w 9117727"/>
              <a:gd name="connsiteY8-44" fmla="*/ 1044575 h 1044575"/>
              <a:gd name="connsiteX9-45" fmla="*/ 50993 w 9117727"/>
              <a:gd name="connsiteY9-46" fmla="*/ 993583 h 1044575"/>
              <a:gd name="connsiteX10-47" fmla="*/ 16872 w 9117727"/>
              <a:gd name="connsiteY10-48" fmla="*/ 942975 h 1044575"/>
              <a:gd name="connsiteX11-49" fmla="*/ 160751 w 9117727"/>
              <a:gd name="connsiteY11-50" fmla="*/ 942975 h 1044575"/>
              <a:gd name="connsiteX0-51" fmla="*/ 0 w 9117727"/>
              <a:gd name="connsiteY0-52" fmla="*/ 184001 h 1044575"/>
              <a:gd name="connsiteX1-53" fmla="*/ 0 w 9117727"/>
              <a:gd name="connsiteY1-54" fmla="*/ 174099 h 1044575"/>
              <a:gd name="connsiteX2-55" fmla="*/ 174099 w 9117727"/>
              <a:gd name="connsiteY2-56" fmla="*/ 0 h 1044575"/>
              <a:gd name="connsiteX3-57" fmla="*/ 8943628 w 9117727"/>
              <a:gd name="connsiteY3-58" fmla="*/ 0 h 1044575"/>
              <a:gd name="connsiteX4-59" fmla="*/ 9117727 w 9117727"/>
              <a:gd name="connsiteY4-60" fmla="*/ 174099 h 1044575"/>
              <a:gd name="connsiteX5-61" fmla="*/ 9117727 w 9117727"/>
              <a:gd name="connsiteY5-62" fmla="*/ 870476 h 1044575"/>
              <a:gd name="connsiteX6-63" fmla="*/ 8943628 w 9117727"/>
              <a:gd name="connsiteY6-64" fmla="*/ 1044575 h 1044575"/>
              <a:gd name="connsiteX7-65" fmla="*/ 174099 w 9117727"/>
              <a:gd name="connsiteY7-66" fmla="*/ 1044575 h 1044575"/>
              <a:gd name="connsiteX8-67" fmla="*/ 50993 w 9117727"/>
              <a:gd name="connsiteY8-68" fmla="*/ 993583 h 1044575"/>
              <a:gd name="connsiteX9-69" fmla="*/ 16872 w 9117727"/>
              <a:gd name="connsiteY9-70" fmla="*/ 942975 h 1044575"/>
              <a:gd name="connsiteX10-71" fmla="*/ 160751 w 9117727"/>
              <a:gd name="connsiteY10-72" fmla="*/ 942975 h 1044575"/>
              <a:gd name="connsiteX0-73" fmla="*/ 0 w 9117727"/>
              <a:gd name="connsiteY0-74" fmla="*/ 184001 h 1044575"/>
              <a:gd name="connsiteX1-75" fmla="*/ 0 w 9117727"/>
              <a:gd name="connsiteY1-76" fmla="*/ 174099 h 1044575"/>
              <a:gd name="connsiteX2-77" fmla="*/ 174099 w 9117727"/>
              <a:gd name="connsiteY2-78" fmla="*/ 0 h 1044575"/>
              <a:gd name="connsiteX3-79" fmla="*/ 8943628 w 9117727"/>
              <a:gd name="connsiteY3-80" fmla="*/ 0 h 1044575"/>
              <a:gd name="connsiteX4-81" fmla="*/ 9117727 w 9117727"/>
              <a:gd name="connsiteY4-82" fmla="*/ 174099 h 1044575"/>
              <a:gd name="connsiteX5-83" fmla="*/ 9117727 w 9117727"/>
              <a:gd name="connsiteY5-84" fmla="*/ 870476 h 1044575"/>
              <a:gd name="connsiteX6-85" fmla="*/ 8943628 w 9117727"/>
              <a:gd name="connsiteY6-86" fmla="*/ 1044575 h 1044575"/>
              <a:gd name="connsiteX7-87" fmla="*/ 174099 w 9117727"/>
              <a:gd name="connsiteY7-88" fmla="*/ 1044575 h 1044575"/>
              <a:gd name="connsiteX8-89" fmla="*/ 50993 w 9117727"/>
              <a:gd name="connsiteY8-90" fmla="*/ 993583 h 1044575"/>
              <a:gd name="connsiteX9-91" fmla="*/ 16872 w 9117727"/>
              <a:gd name="connsiteY9-92" fmla="*/ 942975 h 10445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9117727" h="1044575">
                <a:moveTo>
                  <a:pt x="0" y="184001"/>
                </a:moveTo>
                <a:lnTo>
                  <a:pt x="0" y="174099"/>
                </a:lnTo>
                <a:cubicBezTo>
                  <a:pt x="0" y="77947"/>
                  <a:pt x="77947" y="0"/>
                  <a:pt x="174099" y="0"/>
                </a:cubicBezTo>
                <a:lnTo>
                  <a:pt x="8943628" y="0"/>
                </a:lnTo>
                <a:cubicBezTo>
                  <a:pt x="9039780" y="0"/>
                  <a:pt x="9117727" y="77947"/>
                  <a:pt x="9117727" y="174099"/>
                </a:cubicBezTo>
                <a:lnTo>
                  <a:pt x="9117727" y="870476"/>
                </a:lnTo>
                <a:cubicBezTo>
                  <a:pt x="9117727" y="966628"/>
                  <a:pt x="9039780" y="1044575"/>
                  <a:pt x="8943628" y="1044575"/>
                </a:cubicBezTo>
                <a:lnTo>
                  <a:pt x="174099" y="1044575"/>
                </a:lnTo>
                <a:cubicBezTo>
                  <a:pt x="126023" y="1044575"/>
                  <a:pt x="82499" y="1025089"/>
                  <a:pt x="50993" y="993583"/>
                </a:cubicBezTo>
                <a:lnTo>
                  <a:pt x="16872" y="942975"/>
                </a:lnTo>
              </a:path>
            </a:pathLst>
          </a:custGeom>
          <a:noFill/>
          <a:ln w="19050">
            <a:solidFill>
              <a:srgbClr val="317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3751262" y="2649537"/>
          <a:ext cx="5194323" cy="1171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908000" imgH="5791200" progId="Equation.DSMT4">
                  <p:embed/>
                </p:oleObj>
              </mc:Choice>
              <mc:Fallback>
                <p:oleObj name="Equation" r:id="rId2" imgW="25908000" imgH="5791200" progId="Equation.DSMT4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1262" y="2649537"/>
                        <a:ext cx="5194323" cy="11718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多边形创意工作总结PPT模板"/>
  <p:tag name="COMMONDATA" val="eyJoZGlkIjoiODFiN2Q0Yzg0MGNhMjEwNmJjOTIyNTc5NTEyYzc3NDEifQ=="/>
</p:tagLst>
</file>

<file path=ppt/theme/theme1.xml><?xml version="1.0" encoding="utf-8"?>
<a:theme xmlns:a="http://schemas.openxmlformats.org/drawingml/2006/main" name="Office 主题">
  <a:themeElements>
    <a:clrScheme name="经济数学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00B0F0"/>
      </a:accent1>
      <a:accent2>
        <a:srgbClr val="0070C0"/>
      </a:accent2>
      <a:accent3>
        <a:srgbClr val="E32D91"/>
      </a:accent3>
      <a:accent4>
        <a:srgbClr val="C830CC"/>
      </a:accent4>
      <a:accent5>
        <a:srgbClr val="FF3D01"/>
      </a:accent5>
      <a:accent6>
        <a:srgbClr val="FF8001"/>
      </a:accent6>
      <a:hlink>
        <a:srgbClr val="00B0F0"/>
      </a:hlink>
      <a:folHlink>
        <a:srgbClr val="8C8C8C"/>
      </a:folHlink>
    </a:clrScheme>
    <a:fontScheme name="自定义 5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48</Words>
  <Application>Microsoft Office PowerPoint</Application>
  <PresentationFormat>宽屏</PresentationFormat>
  <Paragraphs>6</Paragraphs>
  <Slides>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等线</vt:lpstr>
      <vt:lpstr>微软雅黑</vt:lpstr>
      <vt:lpstr>Arial</vt:lpstr>
      <vt:lpstr>Cambria Math</vt:lpstr>
      <vt:lpstr>Office 主题</vt:lpstr>
      <vt:lpstr>Equation</vt:lpstr>
      <vt:lpstr>Document</vt:lpstr>
      <vt:lpstr>（一）问题的提出</vt:lpstr>
      <vt:lpstr>（一）问题的提出</vt:lpstr>
      <vt:lpstr>（一）问题的提出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多边形创意工作总结PPT模板</dc:title>
  <dc:creator>office365</dc:creator>
  <cp:lastModifiedBy>bohong pan</cp:lastModifiedBy>
  <cp:revision>2259</cp:revision>
  <dcterms:created xsi:type="dcterms:W3CDTF">2017-10-13T08:07:00Z</dcterms:created>
  <dcterms:modified xsi:type="dcterms:W3CDTF">2026-07-01T07:05:00Z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FB76C3962ED341F397F81E744C73FB6D</vt:lpwstr>
  </property>
  <property fmtid="{D5CDD505-2E9C-101B-9397-08002B2CF9AE}" pid="3" name="KSOProductBuildVer">
    <vt:lpwstr>2052-11.1.0.12165</vt:lpwstr>
  </property>
</Properties>
</file>