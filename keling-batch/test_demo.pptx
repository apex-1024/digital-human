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/>
              <a:t>Python 编程入门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7772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• 什么是 Python</a:t>
            </a:r>
          </a:p>
          <a:p>
            <a:r>
              <a:rPr sz="2400"/>
              <a:t>• 为什么学 Python</a:t>
            </a:r>
          </a:p>
          <a:p>
            <a:r>
              <a:rPr sz="2400"/>
              <a:t>• 本课程目标</a:t>
            </a:r>
          </a:p>
        </p:txBody>
      </p:sp>
      <p:sp>
        <p:nvSpPr>
          <p:cNvPr id="5" name="Watermark"/>
          <p:cNvSpPr txBox="1"/>
          <p:nvPr/>
        </p:nvSpPr>
        <p:spPr>
          <a:xfrm rot="0">
            <a:off x="6836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/>
              <a:t>第一个程序 Hello 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7772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• print() 函数</a:t>
            </a:r>
          </a:p>
          <a:p>
            <a:r>
              <a:rPr sz="2400"/>
              <a:t>• 字符串的概念</a:t>
            </a:r>
          </a:p>
          <a:p>
            <a:r>
              <a:rPr sz="2400"/>
              <a:t>• 运行程序</a:t>
            </a:r>
          </a:p>
        </p:txBody>
      </p:sp>
      <p:sp>
        <p:nvSpPr>
          <p:cNvPr id="5" name="Watermark"/>
          <p:cNvSpPr txBox="1"/>
          <p:nvPr/>
        </p:nvSpPr>
        <p:spPr>
          <a:xfrm rot="0">
            <a:off x="6836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/>
              <a:t>变量与数据类型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7772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• 变量的命名规则</a:t>
            </a:r>
          </a:p>
          <a:p>
            <a:r>
              <a:rPr sz="2400"/>
              <a:t>• 整数、浮点数、字符串</a:t>
            </a:r>
          </a:p>
          <a:p>
            <a:r>
              <a:rPr sz="2400"/>
              <a:t>• type() 函数</a:t>
            </a:r>
          </a:p>
        </p:txBody>
      </p:sp>
      <p:sp>
        <p:nvSpPr>
          <p:cNvPr id="5" name="Watermark"/>
          <p:cNvSpPr txBox="1"/>
          <p:nvPr/>
        </p:nvSpPr>
        <p:spPr>
          <a:xfrm rot="0">
            <a:off x="6836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/>
              <a:t>条件判断 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7772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• if / elif / else</a:t>
            </a:r>
          </a:p>
          <a:p>
            <a:r>
              <a:rPr sz="2400"/>
              <a:t>• 比较运算符</a:t>
            </a:r>
          </a:p>
          <a:p>
            <a:r>
              <a:rPr sz="2400"/>
              <a:t>• 缩进规则</a:t>
            </a:r>
          </a:p>
        </p:txBody>
      </p:sp>
      <p:sp>
        <p:nvSpPr>
          <p:cNvPr id="5" name="Watermark"/>
          <p:cNvSpPr txBox="1"/>
          <p:nvPr/>
        </p:nvSpPr>
        <p:spPr>
          <a:xfrm rot="0">
            <a:off x="6836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/>
              <a:t>循环 for / while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7772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• for 遍历列表</a:t>
            </a:r>
          </a:p>
          <a:p>
            <a:r>
              <a:rPr sz="2400"/>
              <a:t>• while 条件循环</a:t>
            </a:r>
          </a:p>
          <a:p>
            <a:r>
              <a:rPr sz="2400"/>
              <a:t>• break 与 continue</a:t>
            </a:r>
          </a:p>
        </p:txBody>
      </p:sp>
      <p:sp>
        <p:nvSpPr>
          <p:cNvPr id="5" name="Watermark"/>
          <p:cNvSpPr txBox="1"/>
          <p:nvPr/>
        </p:nvSpPr>
        <p:spPr>
          <a:xfrm rot="0">
            <a:off x="6836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